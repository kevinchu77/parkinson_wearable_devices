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k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87" r:id="rId2"/>
    <p:sldId id="291" r:id="rId3"/>
    <p:sldId id="292" r:id="rId4"/>
    <p:sldId id="298" r:id="rId5"/>
    <p:sldId id="2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rang tựa đề và tên đề mục" id="{9490D179-15FD-4203-9685-359FFA8EA266}">
          <p14:sldIdLst>
            <p14:sldId id="287"/>
            <p14:sldId id="291"/>
            <p14:sldId id="292"/>
            <p14:sldId id="298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8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8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6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974D5-05D1-4CD0-8BA4-E92A39A9EB52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5B080-6F60-41A3-897F-FD5BF43A8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32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C3E66-9809-4172-9F7F-3D85EEF02FC9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A9990-F6A6-4359-A9CC-A9F9DBB14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83152" y="647417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474171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E2C0857-D34E-482C-AFE5-CBD4ADF709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E03D76-23E6-47AF-AF99-3A3671C339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152" y="146026"/>
            <a:ext cx="5173884" cy="502157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slide title</a:t>
            </a:r>
            <a:endParaRPr lang="vi-VN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5D766-3EED-4087-845C-D42669E491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4120" y="787078"/>
            <a:ext cx="11937880" cy="568709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ct val="150000"/>
              </a:lnSpc>
              <a:defRPr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ct val="150000"/>
              </a:lnSpc>
              <a:defRPr sz="2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45890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319" y="0"/>
            <a:ext cx="12189361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hòng Thí Nghiệm Trọng Điểm Quốc Gia | Phòng Thí Nghiệm Trọng Điểm Quốc Gia">
            <a:extLst>
              <a:ext uri="{FF2B5EF4-FFF2-40B4-BE49-F238E27FC236}">
                <a16:creationId xmlns:a16="http://schemas.microsoft.com/office/drawing/2014/main" id="{410019F3-E05E-44C8-8741-189F9AB807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0522" y="6149093"/>
            <a:ext cx="595023" cy="69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628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50000"/>
          </a:schemeClr>
        </a:buClr>
        <a:buSzPct val="150000"/>
        <a:buFont typeface="Calibri" panose="020F0502020204030204" pitchFamily="34" charset="0"/>
        <a:buChar char="•"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50000"/>
        <a:buFont typeface="Calibri" panose="020F050202020403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50000"/>
        <a:buFont typeface="Calibri" panose="020F050202020403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40000"/>
            <a:lumOff val="60000"/>
          </a:schemeClr>
        </a:buClr>
        <a:buSzPct val="150000"/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50000"/>
        <a:buFont typeface="Calibri" panose="020F050202020403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kv"/><Relationship Id="rId1" Type="http://schemas.microsoft.com/office/2007/relationships/media" Target="../media/media2.mkv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3C05AD55-6503-4EE6-960C-879F7EB2EF8A}"/>
              </a:ext>
            </a:extLst>
          </p:cNvPr>
          <p:cNvSpPr txBox="1">
            <a:spLocks/>
          </p:cNvSpPr>
          <p:nvPr/>
        </p:nvSpPr>
        <p:spPr>
          <a:xfrm>
            <a:off x="0" y="2316454"/>
            <a:ext cx="12191999" cy="145897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 data to cloud</a:t>
            </a:r>
            <a:endParaRPr lang="en-US" sz="32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91E62E37-3213-4B06-BA2B-291E1EF3C33B}"/>
              </a:ext>
            </a:extLst>
          </p:cNvPr>
          <p:cNvSpPr txBox="1">
            <a:spLocks/>
          </p:cNvSpPr>
          <p:nvPr/>
        </p:nvSpPr>
        <p:spPr>
          <a:xfrm>
            <a:off x="-1" y="3416949"/>
            <a:ext cx="12191999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50000"/>
                </a:schemeClr>
              </a:buClr>
              <a:buSzPct val="150000"/>
              <a:buFont typeface="Calibri" panose="020F0502020204030204" pitchFamily="34" charset="0"/>
              <a:buChar char="•"/>
              <a:defRPr sz="2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SzPct val="150000"/>
              <a:buFont typeface="Calibri" panose="020F0502020204030204" pitchFamily="34" charset="0"/>
              <a:buChar char="•"/>
              <a:defRPr sz="2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SzPct val="150000"/>
              <a:buFont typeface="Calibri" panose="020F050202020403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40000"/>
                  <a:lumOff val="60000"/>
                </a:schemeClr>
              </a:buClr>
              <a:buSzPct val="150000"/>
              <a:buFont typeface="Calibri" panose="020F050202020403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150000"/>
              <a:buFont typeface="Calibri" panose="020F050202020403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  <a:tabLst>
                <a:tab pos="3252788" algn="l"/>
              </a:tabLst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Presenter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Chu Thanh Tùng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     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August,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C7AAD-134E-4229-8CA2-985CCD65A715}"/>
              </a:ext>
            </a:extLst>
          </p:cNvPr>
          <p:cNvSpPr txBox="1"/>
          <p:nvPr/>
        </p:nvSpPr>
        <p:spPr>
          <a:xfrm>
            <a:off x="0" y="0"/>
            <a:ext cx="12192000" cy="1124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Graduation Thesis Outline</a:t>
            </a:r>
          </a:p>
          <a:p>
            <a:pPr algn="ctr">
              <a:lnSpc>
                <a:spcPct val="150000"/>
              </a:lnSpc>
            </a:pPr>
            <a:r>
              <a:rPr lang="vi-VN" sz="24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Weekly Report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26D48E-FB14-4477-B42B-C7661AC8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15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A5C52-308B-4F1C-B7D3-4107C187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101DD2-8588-4B14-8EDE-EAAB078D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7216DE-DF0E-4326-9010-2F7DD50A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52" y="146026"/>
            <a:ext cx="5632048" cy="502157"/>
          </a:xfrm>
        </p:spPr>
        <p:txBody>
          <a:bodyPr/>
          <a:lstStyle/>
          <a:p>
            <a:r>
              <a:rPr lang="en-US"/>
              <a:t>1. Store data in the local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85C55-4632-4B7A-9124-7613ADDEA1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/>
              <a:t>Requestment: Data collect from sensor will be store in the local before upload to cloud.</a:t>
            </a:r>
          </a:p>
          <a:p>
            <a:r>
              <a:rPr lang="en-US" sz="2000"/>
              <a:t>Solution: Using library LittleFS to store data in .txt file. (can use an additional SD card if needed for backup.)</a:t>
            </a:r>
          </a:p>
          <a:p>
            <a:r>
              <a:rPr lang="en-US" sz="2000"/>
              <a:t>Result: Can observe what files are being recorded and can download data to the computer when connected to the same wifi and access IP address.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F63425-81B1-41BD-9BB8-1CCC101C5C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381"/>
          <a:stretch/>
        </p:blipFill>
        <p:spPr>
          <a:xfrm>
            <a:off x="238523" y="3631139"/>
            <a:ext cx="2457870" cy="2372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A70FD-8DD5-4F63-8D15-3CDA5FA0E3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712" b="63116"/>
          <a:stretch/>
        </p:blipFill>
        <p:spPr>
          <a:xfrm>
            <a:off x="2905283" y="3631139"/>
            <a:ext cx="3602259" cy="1067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5799C9-B854-43CD-88EA-DCC80174CC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4579"/>
          <a:stretch/>
        </p:blipFill>
        <p:spPr>
          <a:xfrm>
            <a:off x="4936211" y="3631139"/>
            <a:ext cx="1787119" cy="2653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1C3845-0196-4F2D-AB9F-800B12E1767F}"/>
              </a:ext>
            </a:extLst>
          </p:cNvPr>
          <p:cNvSpPr txBox="1"/>
          <p:nvPr/>
        </p:nvSpPr>
        <p:spPr>
          <a:xfrm>
            <a:off x="7773328" y="3487907"/>
            <a:ext cx="32531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Conclusion: Data is saved in real time so there will be no data loss, meeting the storage condition with a maximum frequency of 20Hz.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4818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151" y="146026"/>
            <a:ext cx="6520071" cy="502157"/>
          </a:xfrm>
        </p:spPr>
        <p:txBody>
          <a:bodyPr/>
          <a:lstStyle/>
          <a:p>
            <a:r>
              <a:rPr lang="en-US" altLang="zh-CN"/>
              <a:t>2. Display real-time data (Visualize)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991E-2D91-4AEA-B992-F81971159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400"/>
              <a:t>Requestment: Display real-time data for observers if needed</a:t>
            </a:r>
          </a:p>
          <a:p>
            <a:r>
              <a:rPr lang="en-US" altLang="zh-CN" sz="2400"/>
              <a:t>Solution: Using Firebase cloud. This platform supports real-time data tracking. Besides, it also supports application development so that users can observe on their phones.</a:t>
            </a:r>
          </a:p>
          <a:p>
            <a:pPr marL="0" indent="0">
              <a:buNone/>
            </a:pPr>
            <a:endParaRPr lang="en-US" altLang="zh-CN" sz="2400"/>
          </a:p>
          <a:p>
            <a:r>
              <a:rPr lang="en-US" altLang="zh-CN" sz="2400"/>
              <a:t>Result: Can observe what files are being recorded and can download data to the computer when connected to the same wifi and have the same IP address.</a:t>
            </a:r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6C114-91C1-4010-9E9C-2329F62D2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72" y="3186078"/>
            <a:ext cx="1829055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0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Display real-time data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0991E-2D91-4AEA-B992-F81971159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z="2400"/>
              <a:t>Result:</a:t>
            </a:r>
            <a:endParaRPr lang="zh-CN" altLang="en-US"/>
          </a:p>
        </p:txBody>
      </p:sp>
      <p:pic>
        <p:nvPicPr>
          <p:cNvPr id="7" name="2025-01-14 23-45-02">
            <a:hlinkClick r:id="" action="ppaction://media"/>
            <a:extLst>
              <a:ext uri="{FF2B5EF4-FFF2-40B4-BE49-F238E27FC236}">
                <a16:creationId xmlns:a16="http://schemas.microsoft.com/office/drawing/2014/main" id="{425A205B-079E-4E79-B053-0DDCBE7B2F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83777" y="1347373"/>
            <a:ext cx="8318500" cy="467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5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F6BD19-1294-45DD-8873-DF0406C2B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413" y="666030"/>
            <a:ext cx="11161056" cy="5687093"/>
          </a:xfrm>
        </p:spPr>
        <p:txBody>
          <a:bodyPr/>
          <a:lstStyle/>
          <a:p>
            <a:r>
              <a:rPr lang="en-US" altLang="zh-CN" sz="2400"/>
              <a:t>Requestment: </a:t>
            </a:r>
            <a:r>
              <a:rPr lang="en-US" altLang="zh-CN"/>
              <a:t>Store and Manage Data for training modern.</a:t>
            </a:r>
          </a:p>
          <a:p>
            <a:r>
              <a:rPr lang="en-US" altLang="zh-CN" sz="2400"/>
              <a:t>Solution: Save patient data to each excel sheet and save it on the Driver for management.</a:t>
            </a:r>
          </a:p>
          <a:p>
            <a:r>
              <a:rPr lang="en-US" altLang="zh-CN"/>
              <a:t>Result: </a:t>
            </a:r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3CB1AD-8A7C-4417-9E4C-3437F7E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/>
              <a:t>29/08/2021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FA3F67-91B0-408F-AAF7-8AE59B6E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C0857-D34E-482C-AFE5-CBD4ADF709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03F377-5274-44D6-B1BA-5883D2FB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Store and Manage Data</a:t>
            </a:r>
            <a:endParaRPr lang="zh-CN" altLang="en-US"/>
          </a:p>
        </p:txBody>
      </p:sp>
      <p:pic>
        <p:nvPicPr>
          <p:cNvPr id="16" name="2025-01-15 00-12-22">
            <a:hlinkClick r:id="" action="ppaction://media"/>
            <a:extLst>
              <a:ext uri="{FF2B5EF4-FFF2-40B4-BE49-F238E27FC236}">
                <a16:creationId xmlns:a16="http://schemas.microsoft.com/office/drawing/2014/main" id="{90E9EDA9-78A5-4DAB-9444-8C8E52BFE1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6167" y="2276943"/>
            <a:ext cx="7461738" cy="419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7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6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880</TotalTime>
  <Words>251</Words>
  <Application>Microsoft Office PowerPoint</Application>
  <PresentationFormat>Widescreen</PresentationFormat>
  <Paragraphs>34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Tahoma</vt:lpstr>
      <vt:lpstr>Office Theme</vt:lpstr>
      <vt:lpstr>PowerPoint Presentation</vt:lpstr>
      <vt:lpstr>1. Store data in the local</vt:lpstr>
      <vt:lpstr>2. Display real-time data (Visualize)</vt:lpstr>
      <vt:lpstr>2. Display real-time data</vt:lpstr>
      <vt:lpstr>3. Store and Manage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Chu Thanh Tùng</cp:lastModifiedBy>
  <cp:revision>86</cp:revision>
  <dcterms:created xsi:type="dcterms:W3CDTF">2019-05-10T14:30:44Z</dcterms:created>
  <dcterms:modified xsi:type="dcterms:W3CDTF">2025-01-14T17:18:30Z</dcterms:modified>
</cp:coreProperties>
</file>
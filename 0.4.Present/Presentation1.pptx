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60" r:id="rId4"/>
    <p:sldId id="257" r:id="rId5"/>
    <p:sldId id="258" r:id="rId6"/>
    <p:sldId id="259" r:id="rId7"/>
    <p:sldId id="261"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1" d="100"/>
          <a:sy n="81" d="100"/>
        </p:scale>
        <p:origin x="67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93030-D596-4AD5-8208-733C65F76ED9}"/>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B22D5667-8394-4440-BFF9-51AA6725AA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49C2F807-8B49-4300-B2A3-BD100AE9326F}"/>
              </a:ext>
            </a:extLst>
          </p:cNvPr>
          <p:cNvSpPr>
            <a:spLocks noGrp="1"/>
          </p:cNvSpPr>
          <p:nvPr>
            <p:ph type="dt" sz="half" idx="10"/>
          </p:nvPr>
        </p:nvSpPr>
        <p:spPr/>
        <p:txBody>
          <a:bodyPr/>
          <a:lstStyle/>
          <a:p>
            <a:fld id="{FBAD741F-F3D5-47F2-92C8-12E2DEDE0863}" type="datetimeFigureOut">
              <a:rPr lang="zh-CN" altLang="en-US" smtClean="0"/>
              <a:t>2024/12/7</a:t>
            </a:fld>
            <a:endParaRPr lang="zh-CN" altLang="en-US"/>
          </a:p>
        </p:txBody>
      </p:sp>
      <p:sp>
        <p:nvSpPr>
          <p:cNvPr id="5" name="Footer Placeholder 4">
            <a:extLst>
              <a:ext uri="{FF2B5EF4-FFF2-40B4-BE49-F238E27FC236}">
                <a16:creationId xmlns:a16="http://schemas.microsoft.com/office/drawing/2014/main" id="{6E29B110-F906-49FF-A4C3-2ED87C72E6B6}"/>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FAF38660-B7F1-4998-82DC-C8FBFAF2D050}"/>
              </a:ext>
            </a:extLst>
          </p:cNvPr>
          <p:cNvSpPr>
            <a:spLocks noGrp="1"/>
          </p:cNvSpPr>
          <p:nvPr>
            <p:ph type="sldNum" sz="quarter" idx="12"/>
          </p:nvPr>
        </p:nvSpPr>
        <p:spPr/>
        <p:txBody>
          <a:bodyPr/>
          <a:lstStyle/>
          <a:p>
            <a:fld id="{0FB105FB-1384-4807-8F72-06DF02CADC62}" type="slidenum">
              <a:rPr lang="zh-CN" altLang="en-US" smtClean="0"/>
              <a:t>‹#›</a:t>
            </a:fld>
            <a:endParaRPr lang="zh-CN" altLang="en-US"/>
          </a:p>
        </p:txBody>
      </p:sp>
    </p:spTree>
    <p:extLst>
      <p:ext uri="{BB962C8B-B14F-4D97-AF65-F5344CB8AC3E}">
        <p14:creationId xmlns:p14="http://schemas.microsoft.com/office/powerpoint/2010/main" val="1695893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80F9B-3B4B-4B03-A8BF-845583FB2ABF}"/>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782E6D2D-683D-4B63-A03D-0A1D3391E096}"/>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9CB4DB34-77C8-4061-8A2C-D0AEB7780DA4}"/>
              </a:ext>
            </a:extLst>
          </p:cNvPr>
          <p:cNvSpPr>
            <a:spLocks noGrp="1"/>
          </p:cNvSpPr>
          <p:nvPr>
            <p:ph type="dt" sz="half" idx="10"/>
          </p:nvPr>
        </p:nvSpPr>
        <p:spPr/>
        <p:txBody>
          <a:bodyPr/>
          <a:lstStyle/>
          <a:p>
            <a:fld id="{FBAD741F-F3D5-47F2-92C8-12E2DEDE0863}" type="datetimeFigureOut">
              <a:rPr lang="zh-CN" altLang="en-US" smtClean="0"/>
              <a:t>2024/12/7</a:t>
            </a:fld>
            <a:endParaRPr lang="zh-CN" altLang="en-US"/>
          </a:p>
        </p:txBody>
      </p:sp>
      <p:sp>
        <p:nvSpPr>
          <p:cNvPr id="5" name="Footer Placeholder 4">
            <a:extLst>
              <a:ext uri="{FF2B5EF4-FFF2-40B4-BE49-F238E27FC236}">
                <a16:creationId xmlns:a16="http://schemas.microsoft.com/office/drawing/2014/main" id="{D89F87AF-C0C4-4236-BEF0-F291BAD8C9FD}"/>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DE4361C5-E162-4FF9-B31D-B8AE6E42A617}"/>
              </a:ext>
            </a:extLst>
          </p:cNvPr>
          <p:cNvSpPr>
            <a:spLocks noGrp="1"/>
          </p:cNvSpPr>
          <p:nvPr>
            <p:ph type="sldNum" sz="quarter" idx="12"/>
          </p:nvPr>
        </p:nvSpPr>
        <p:spPr/>
        <p:txBody>
          <a:bodyPr/>
          <a:lstStyle/>
          <a:p>
            <a:fld id="{0FB105FB-1384-4807-8F72-06DF02CADC62}" type="slidenum">
              <a:rPr lang="zh-CN" altLang="en-US" smtClean="0"/>
              <a:t>‹#›</a:t>
            </a:fld>
            <a:endParaRPr lang="zh-CN" altLang="en-US"/>
          </a:p>
        </p:txBody>
      </p:sp>
    </p:spTree>
    <p:extLst>
      <p:ext uri="{BB962C8B-B14F-4D97-AF65-F5344CB8AC3E}">
        <p14:creationId xmlns:p14="http://schemas.microsoft.com/office/powerpoint/2010/main" val="2105146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14095-E55A-4E71-A55A-FF8A7E4C3207}"/>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76C2F4B0-A5F9-49C0-B148-C72A7F1C96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0C625E66-0C9B-44E7-B5AA-8DFB9B352922}"/>
              </a:ext>
            </a:extLst>
          </p:cNvPr>
          <p:cNvSpPr>
            <a:spLocks noGrp="1"/>
          </p:cNvSpPr>
          <p:nvPr>
            <p:ph type="dt" sz="half" idx="10"/>
          </p:nvPr>
        </p:nvSpPr>
        <p:spPr/>
        <p:txBody>
          <a:bodyPr/>
          <a:lstStyle/>
          <a:p>
            <a:fld id="{FBAD741F-F3D5-47F2-92C8-12E2DEDE0863}" type="datetimeFigureOut">
              <a:rPr lang="zh-CN" altLang="en-US" smtClean="0"/>
              <a:t>2024/12/7</a:t>
            </a:fld>
            <a:endParaRPr lang="zh-CN" altLang="en-US"/>
          </a:p>
        </p:txBody>
      </p:sp>
      <p:sp>
        <p:nvSpPr>
          <p:cNvPr id="5" name="Footer Placeholder 4">
            <a:extLst>
              <a:ext uri="{FF2B5EF4-FFF2-40B4-BE49-F238E27FC236}">
                <a16:creationId xmlns:a16="http://schemas.microsoft.com/office/drawing/2014/main" id="{255C9A1D-17E8-4415-AD0C-05DE85AA1BA5}"/>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E1ED8D3D-6F1F-499A-AAF7-A0DE9CEE9F5E}"/>
              </a:ext>
            </a:extLst>
          </p:cNvPr>
          <p:cNvSpPr>
            <a:spLocks noGrp="1"/>
          </p:cNvSpPr>
          <p:nvPr>
            <p:ph type="sldNum" sz="quarter" idx="12"/>
          </p:nvPr>
        </p:nvSpPr>
        <p:spPr/>
        <p:txBody>
          <a:bodyPr/>
          <a:lstStyle/>
          <a:p>
            <a:fld id="{0FB105FB-1384-4807-8F72-06DF02CADC62}" type="slidenum">
              <a:rPr lang="zh-CN" altLang="en-US" smtClean="0"/>
              <a:t>‹#›</a:t>
            </a:fld>
            <a:endParaRPr lang="zh-CN" altLang="en-US"/>
          </a:p>
        </p:txBody>
      </p:sp>
    </p:spTree>
    <p:extLst>
      <p:ext uri="{BB962C8B-B14F-4D97-AF65-F5344CB8AC3E}">
        <p14:creationId xmlns:p14="http://schemas.microsoft.com/office/powerpoint/2010/main" val="1643879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90BA8-C6DD-4EF9-BA7F-E4646D55B136}"/>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B9FD9093-B6A6-473D-ACE9-16D14BFA8BA6}"/>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10D19AF5-A2B9-48A7-9136-E34B40051608}"/>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520588BE-5372-4875-9092-C53F2A379D3C}"/>
              </a:ext>
            </a:extLst>
          </p:cNvPr>
          <p:cNvSpPr>
            <a:spLocks noGrp="1"/>
          </p:cNvSpPr>
          <p:nvPr>
            <p:ph type="dt" sz="half" idx="10"/>
          </p:nvPr>
        </p:nvSpPr>
        <p:spPr/>
        <p:txBody>
          <a:bodyPr/>
          <a:lstStyle/>
          <a:p>
            <a:fld id="{FBAD741F-F3D5-47F2-92C8-12E2DEDE0863}" type="datetimeFigureOut">
              <a:rPr lang="zh-CN" altLang="en-US" smtClean="0"/>
              <a:t>2024/12/7</a:t>
            </a:fld>
            <a:endParaRPr lang="zh-CN" altLang="en-US"/>
          </a:p>
        </p:txBody>
      </p:sp>
      <p:sp>
        <p:nvSpPr>
          <p:cNvPr id="6" name="Footer Placeholder 5">
            <a:extLst>
              <a:ext uri="{FF2B5EF4-FFF2-40B4-BE49-F238E27FC236}">
                <a16:creationId xmlns:a16="http://schemas.microsoft.com/office/drawing/2014/main" id="{DA620D94-37F1-4A09-97F6-AF615FD32FC3}"/>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9BB8D084-ECA2-4F45-8D5D-24CAA446B69E}"/>
              </a:ext>
            </a:extLst>
          </p:cNvPr>
          <p:cNvSpPr>
            <a:spLocks noGrp="1"/>
          </p:cNvSpPr>
          <p:nvPr>
            <p:ph type="sldNum" sz="quarter" idx="12"/>
          </p:nvPr>
        </p:nvSpPr>
        <p:spPr/>
        <p:txBody>
          <a:bodyPr/>
          <a:lstStyle/>
          <a:p>
            <a:fld id="{0FB105FB-1384-4807-8F72-06DF02CADC62}" type="slidenum">
              <a:rPr lang="zh-CN" altLang="en-US" smtClean="0"/>
              <a:t>‹#›</a:t>
            </a:fld>
            <a:endParaRPr lang="zh-CN" altLang="en-US"/>
          </a:p>
        </p:txBody>
      </p:sp>
    </p:spTree>
    <p:extLst>
      <p:ext uri="{BB962C8B-B14F-4D97-AF65-F5344CB8AC3E}">
        <p14:creationId xmlns:p14="http://schemas.microsoft.com/office/powerpoint/2010/main" val="3048961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64AB8-F3D2-48F8-B1CD-66E67DE1FCFD}"/>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0F089EFE-D73B-4BD5-9193-A3D10B0ECA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9472724F-FCE5-4D2D-BDA5-4EA110C616AE}"/>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17C6A8FD-86DC-453C-B7C6-E23919097B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96813EE5-AB04-47F0-942F-0243E244E6D6}"/>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9EE0F5F3-2E5B-416B-9D11-CB5D22E8EFD7}"/>
              </a:ext>
            </a:extLst>
          </p:cNvPr>
          <p:cNvSpPr>
            <a:spLocks noGrp="1"/>
          </p:cNvSpPr>
          <p:nvPr>
            <p:ph type="dt" sz="half" idx="10"/>
          </p:nvPr>
        </p:nvSpPr>
        <p:spPr/>
        <p:txBody>
          <a:bodyPr/>
          <a:lstStyle/>
          <a:p>
            <a:fld id="{FBAD741F-F3D5-47F2-92C8-12E2DEDE0863}" type="datetimeFigureOut">
              <a:rPr lang="zh-CN" altLang="en-US" smtClean="0"/>
              <a:t>2024/12/7</a:t>
            </a:fld>
            <a:endParaRPr lang="zh-CN" altLang="en-US"/>
          </a:p>
        </p:txBody>
      </p:sp>
      <p:sp>
        <p:nvSpPr>
          <p:cNvPr id="8" name="Footer Placeholder 7">
            <a:extLst>
              <a:ext uri="{FF2B5EF4-FFF2-40B4-BE49-F238E27FC236}">
                <a16:creationId xmlns:a16="http://schemas.microsoft.com/office/drawing/2014/main" id="{C0981549-2CDC-4452-84FD-B0816281F45D}"/>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7C21FA0B-712D-49CE-9F41-49C52045217D}"/>
              </a:ext>
            </a:extLst>
          </p:cNvPr>
          <p:cNvSpPr>
            <a:spLocks noGrp="1"/>
          </p:cNvSpPr>
          <p:nvPr>
            <p:ph type="sldNum" sz="quarter" idx="12"/>
          </p:nvPr>
        </p:nvSpPr>
        <p:spPr/>
        <p:txBody>
          <a:bodyPr/>
          <a:lstStyle/>
          <a:p>
            <a:fld id="{0FB105FB-1384-4807-8F72-06DF02CADC62}" type="slidenum">
              <a:rPr lang="zh-CN" altLang="en-US" smtClean="0"/>
              <a:t>‹#›</a:t>
            </a:fld>
            <a:endParaRPr lang="zh-CN" altLang="en-US"/>
          </a:p>
        </p:txBody>
      </p:sp>
    </p:spTree>
    <p:extLst>
      <p:ext uri="{BB962C8B-B14F-4D97-AF65-F5344CB8AC3E}">
        <p14:creationId xmlns:p14="http://schemas.microsoft.com/office/powerpoint/2010/main" val="3605555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FF977-6ED4-4A77-B2CF-BE25B73884BA}"/>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5A9A37FB-D1DE-49E8-8AC1-97789DF24A49}"/>
              </a:ext>
            </a:extLst>
          </p:cNvPr>
          <p:cNvSpPr>
            <a:spLocks noGrp="1"/>
          </p:cNvSpPr>
          <p:nvPr>
            <p:ph type="dt" sz="half" idx="10"/>
          </p:nvPr>
        </p:nvSpPr>
        <p:spPr/>
        <p:txBody>
          <a:bodyPr/>
          <a:lstStyle/>
          <a:p>
            <a:fld id="{FBAD741F-F3D5-47F2-92C8-12E2DEDE0863}" type="datetimeFigureOut">
              <a:rPr lang="zh-CN" altLang="en-US" smtClean="0"/>
              <a:t>2024/12/7</a:t>
            </a:fld>
            <a:endParaRPr lang="zh-CN" altLang="en-US"/>
          </a:p>
        </p:txBody>
      </p:sp>
      <p:sp>
        <p:nvSpPr>
          <p:cNvPr id="4" name="Footer Placeholder 3">
            <a:extLst>
              <a:ext uri="{FF2B5EF4-FFF2-40B4-BE49-F238E27FC236}">
                <a16:creationId xmlns:a16="http://schemas.microsoft.com/office/drawing/2014/main" id="{873899F6-17ED-4AA7-8F17-A1B256645E79}"/>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67F293EC-BDA0-4836-BCDF-D9EE70F82199}"/>
              </a:ext>
            </a:extLst>
          </p:cNvPr>
          <p:cNvSpPr>
            <a:spLocks noGrp="1"/>
          </p:cNvSpPr>
          <p:nvPr>
            <p:ph type="sldNum" sz="quarter" idx="12"/>
          </p:nvPr>
        </p:nvSpPr>
        <p:spPr/>
        <p:txBody>
          <a:bodyPr/>
          <a:lstStyle/>
          <a:p>
            <a:fld id="{0FB105FB-1384-4807-8F72-06DF02CADC62}" type="slidenum">
              <a:rPr lang="zh-CN" altLang="en-US" smtClean="0"/>
              <a:t>‹#›</a:t>
            </a:fld>
            <a:endParaRPr lang="zh-CN" altLang="en-US"/>
          </a:p>
        </p:txBody>
      </p:sp>
    </p:spTree>
    <p:extLst>
      <p:ext uri="{BB962C8B-B14F-4D97-AF65-F5344CB8AC3E}">
        <p14:creationId xmlns:p14="http://schemas.microsoft.com/office/powerpoint/2010/main" val="1153576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931DB9-EE1E-4B30-808C-ADDCA3418B93}"/>
              </a:ext>
            </a:extLst>
          </p:cNvPr>
          <p:cNvSpPr>
            <a:spLocks noGrp="1"/>
          </p:cNvSpPr>
          <p:nvPr>
            <p:ph type="dt" sz="half" idx="10"/>
          </p:nvPr>
        </p:nvSpPr>
        <p:spPr/>
        <p:txBody>
          <a:bodyPr/>
          <a:lstStyle/>
          <a:p>
            <a:fld id="{FBAD741F-F3D5-47F2-92C8-12E2DEDE0863}" type="datetimeFigureOut">
              <a:rPr lang="zh-CN" altLang="en-US" smtClean="0"/>
              <a:t>2024/12/7</a:t>
            </a:fld>
            <a:endParaRPr lang="zh-CN" altLang="en-US"/>
          </a:p>
        </p:txBody>
      </p:sp>
      <p:sp>
        <p:nvSpPr>
          <p:cNvPr id="3" name="Footer Placeholder 2">
            <a:extLst>
              <a:ext uri="{FF2B5EF4-FFF2-40B4-BE49-F238E27FC236}">
                <a16:creationId xmlns:a16="http://schemas.microsoft.com/office/drawing/2014/main" id="{FEF252F3-56E9-4BB1-8A0A-BE985DD5E629}"/>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D4D69F7E-6F84-454A-97D4-BB8EBC4EB16A}"/>
              </a:ext>
            </a:extLst>
          </p:cNvPr>
          <p:cNvSpPr>
            <a:spLocks noGrp="1"/>
          </p:cNvSpPr>
          <p:nvPr>
            <p:ph type="sldNum" sz="quarter" idx="12"/>
          </p:nvPr>
        </p:nvSpPr>
        <p:spPr/>
        <p:txBody>
          <a:bodyPr/>
          <a:lstStyle/>
          <a:p>
            <a:fld id="{0FB105FB-1384-4807-8F72-06DF02CADC62}" type="slidenum">
              <a:rPr lang="zh-CN" altLang="en-US" smtClean="0"/>
              <a:t>‹#›</a:t>
            </a:fld>
            <a:endParaRPr lang="zh-CN" altLang="en-US"/>
          </a:p>
        </p:txBody>
      </p:sp>
    </p:spTree>
    <p:extLst>
      <p:ext uri="{BB962C8B-B14F-4D97-AF65-F5344CB8AC3E}">
        <p14:creationId xmlns:p14="http://schemas.microsoft.com/office/powerpoint/2010/main" val="3151899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B0FB5-C489-4A59-AA4F-9A3A7C77A786}"/>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C74749A2-209E-4EE8-AACF-9110996148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CE11B48E-6503-42E4-B556-5F7B14CD7C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9D44ABFD-3282-4C41-822F-BB41A3A6C6C8}"/>
              </a:ext>
            </a:extLst>
          </p:cNvPr>
          <p:cNvSpPr>
            <a:spLocks noGrp="1"/>
          </p:cNvSpPr>
          <p:nvPr>
            <p:ph type="dt" sz="half" idx="10"/>
          </p:nvPr>
        </p:nvSpPr>
        <p:spPr/>
        <p:txBody>
          <a:bodyPr/>
          <a:lstStyle/>
          <a:p>
            <a:fld id="{FBAD741F-F3D5-47F2-92C8-12E2DEDE0863}" type="datetimeFigureOut">
              <a:rPr lang="zh-CN" altLang="en-US" smtClean="0"/>
              <a:t>2024/12/7</a:t>
            </a:fld>
            <a:endParaRPr lang="zh-CN" altLang="en-US"/>
          </a:p>
        </p:txBody>
      </p:sp>
      <p:sp>
        <p:nvSpPr>
          <p:cNvPr id="6" name="Footer Placeholder 5">
            <a:extLst>
              <a:ext uri="{FF2B5EF4-FFF2-40B4-BE49-F238E27FC236}">
                <a16:creationId xmlns:a16="http://schemas.microsoft.com/office/drawing/2014/main" id="{0ADA8DEA-A460-4031-BA8E-62009023F36C}"/>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1C9A5676-CAD6-4C6F-B2ED-6D2A97D297D3}"/>
              </a:ext>
            </a:extLst>
          </p:cNvPr>
          <p:cNvSpPr>
            <a:spLocks noGrp="1"/>
          </p:cNvSpPr>
          <p:nvPr>
            <p:ph type="sldNum" sz="quarter" idx="12"/>
          </p:nvPr>
        </p:nvSpPr>
        <p:spPr/>
        <p:txBody>
          <a:bodyPr/>
          <a:lstStyle/>
          <a:p>
            <a:fld id="{0FB105FB-1384-4807-8F72-06DF02CADC62}" type="slidenum">
              <a:rPr lang="zh-CN" altLang="en-US" smtClean="0"/>
              <a:t>‹#›</a:t>
            </a:fld>
            <a:endParaRPr lang="zh-CN" altLang="en-US"/>
          </a:p>
        </p:txBody>
      </p:sp>
    </p:spTree>
    <p:extLst>
      <p:ext uri="{BB962C8B-B14F-4D97-AF65-F5344CB8AC3E}">
        <p14:creationId xmlns:p14="http://schemas.microsoft.com/office/powerpoint/2010/main" val="1642347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45CE4-9CFF-44FD-8A98-825D0AF38C13}"/>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03758BE0-7F20-44E9-AFC8-3D47C855B7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F121983D-7E73-4D90-B061-5B24BB82D0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A5021CD8-3C36-4438-9ACB-6D0EC04A5CE0}"/>
              </a:ext>
            </a:extLst>
          </p:cNvPr>
          <p:cNvSpPr>
            <a:spLocks noGrp="1"/>
          </p:cNvSpPr>
          <p:nvPr>
            <p:ph type="dt" sz="half" idx="10"/>
          </p:nvPr>
        </p:nvSpPr>
        <p:spPr/>
        <p:txBody>
          <a:bodyPr/>
          <a:lstStyle/>
          <a:p>
            <a:fld id="{FBAD741F-F3D5-47F2-92C8-12E2DEDE0863}" type="datetimeFigureOut">
              <a:rPr lang="zh-CN" altLang="en-US" smtClean="0"/>
              <a:t>2024/12/7</a:t>
            </a:fld>
            <a:endParaRPr lang="zh-CN" altLang="en-US"/>
          </a:p>
        </p:txBody>
      </p:sp>
      <p:sp>
        <p:nvSpPr>
          <p:cNvPr id="6" name="Footer Placeholder 5">
            <a:extLst>
              <a:ext uri="{FF2B5EF4-FFF2-40B4-BE49-F238E27FC236}">
                <a16:creationId xmlns:a16="http://schemas.microsoft.com/office/drawing/2014/main" id="{48B0BA4D-AD29-4952-8B54-17D1F8A45A49}"/>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A8446D15-0A45-44DA-A93B-D3E3394567B5}"/>
              </a:ext>
            </a:extLst>
          </p:cNvPr>
          <p:cNvSpPr>
            <a:spLocks noGrp="1"/>
          </p:cNvSpPr>
          <p:nvPr>
            <p:ph type="sldNum" sz="quarter" idx="12"/>
          </p:nvPr>
        </p:nvSpPr>
        <p:spPr/>
        <p:txBody>
          <a:bodyPr/>
          <a:lstStyle/>
          <a:p>
            <a:fld id="{0FB105FB-1384-4807-8F72-06DF02CADC62}" type="slidenum">
              <a:rPr lang="zh-CN" altLang="en-US" smtClean="0"/>
              <a:t>‹#›</a:t>
            </a:fld>
            <a:endParaRPr lang="zh-CN" altLang="en-US"/>
          </a:p>
        </p:txBody>
      </p:sp>
    </p:spTree>
    <p:extLst>
      <p:ext uri="{BB962C8B-B14F-4D97-AF65-F5344CB8AC3E}">
        <p14:creationId xmlns:p14="http://schemas.microsoft.com/office/powerpoint/2010/main" val="597313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69A05-B0F0-4FF3-B522-67E84BD93400}"/>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BD6F0E83-B1C3-4ACC-8EAA-E60A9358D36F}"/>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B4F07A75-FD2A-49D2-8137-EB7FFE4F7773}"/>
              </a:ext>
            </a:extLst>
          </p:cNvPr>
          <p:cNvSpPr>
            <a:spLocks noGrp="1"/>
          </p:cNvSpPr>
          <p:nvPr>
            <p:ph type="dt" sz="half" idx="10"/>
          </p:nvPr>
        </p:nvSpPr>
        <p:spPr/>
        <p:txBody>
          <a:bodyPr/>
          <a:lstStyle/>
          <a:p>
            <a:fld id="{FBAD741F-F3D5-47F2-92C8-12E2DEDE0863}" type="datetimeFigureOut">
              <a:rPr lang="zh-CN" altLang="en-US" smtClean="0"/>
              <a:t>2024/12/7</a:t>
            </a:fld>
            <a:endParaRPr lang="zh-CN" altLang="en-US"/>
          </a:p>
        </p:txBody>
      </p:sp>
      <p:sp>
        <p:nvSpPr>
          <p:cNvPr id="5" name="Footer Placeholder 4">
            <a:extLst>
              <a:ext uri="{FF2B5EF4-FFF2-40B4-BE49-F238E27FC236}">
                <a16:creationId xmlns:a16="http://schemas.microsoft.com/office/drawing/2014/main" id="{92B7F1A0-56FF-41E1-8843-AAAA6656B9CF}"/>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F840AD6E-B2EC-4B8D-B7F7-D66BCA4445A5}"/>
              </a:ext>
            </a:extLst>
          </p:cNvPr>
          <p:cNvSpPr>
            <a:spLocks noGrp="1"/>
          </p:cNvSpPr>
          <p:nvPr>
            <p:ph type="sldNum" sz="quarter" idx="12"/>
          </p:nvPr>
        </p:nvSpPr>
        <p:spPr/>
        <p:txBody>
          <a:bodyPr/>
          <a:lstStyle/>
          <a:p>
            <a:fld id="{0FB105FB-1384-4807-8F72-06DF02CADC62}" type="slidenum">
              <a:rPr lang="zh-CN" altLang="en-US" smtClean="0"/>
              <a:t>‹#›</a:t>
            </a:fld>
            <a:endParaRPr lang="zh-CN" altLang="en-US"/>
          </a:p>
        </p:txBody>
      </p:sp>
    </p:spTree>
    <p:extLst>
      <p:ext uri="{BB962C8B-B14F-4D97-AF65-F5344CB8AC3E}">
        <p14:creationId xmlns:p14="http://schemas.microsoft.com/office/powerpoint/2010/main" val="2244832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EC1DC5-4E0D-401E-8A4A-6B0EF1336C27}"/>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130BF599-A254-4E93-8E68-2410238CF25A}"/>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DD8AB011-F7C2-4088-9C05-FA5D82FD5411}"/>
              </a:ext>
            </a:extLst>
          </p:cNvPr>
          <p:cNvSpPr>
            <a:spLocks noGrp="1"/>
          </p:cNvSpPr>
          <p:nvPr>
            <p:ph type="dt" sz="half" idx="10"/>
          </p:nvPr>
        </p:nvSpPr>
        <p:spPr/>
        <p:txBody>
          <a:bodyPr/>
          <a:lstStyle/>
          <a:p>
            <a:fld id="{FBAD741F-F3D5-47F2-92C8-12E2DEDE0863}" type="datetimeFigureOut">
              <a:rPr lang="zh-CN" altLang="en-US" smtClean="0"/>
              <a:t>2024/12/7</a:t>
            </a:fld>
            <a:endParaRPr lang="zh-CN" altLang="en-US"/>
          </a:p>
        </p:txBody>
      </p:sp>
      <p:sp>
        <p:nvSpPr>
          <p:cNvPr id="5" name="Footer Placeholder 4">
            <a:extLst>
              <a:ext uri="{FF2B5EF4-FFF2-40B4-BE49-F238E27FC236}">
                <a16:creationId xmlns:a16="http://schemas.microsoft.com/office/drawing/2014/main" id="{10811FEE-0348-431A-8E92-EE8D59DFE992}"/>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29291574-DAF1-44DA-9A92-2FD264882FCB}"/>
              </a:ext>
            </a:extLst>
          </p:cNvPr>
          <p:cNvSpPr>
            <a:spLocks noGrp="1"/>
          </p:cNvSpPr>
          <p:nvPr>
            <p:ph type="sldNum" sz="quarter" idx="12"/>
          </p:nvPr>
        </p:nvSpPr>
        <p:spPr/>
        <p:txBody>
          <a:bodyPr/>
          <a:lstStyle/>
          <a:p>
            <a:fld id="{0FB105FB-1384-4807-8F72-06DF02CADC62}" type="slidenum">
              <a:rPr lang="zh-CN" altLang="en-US" smtClean="0"/>
              <a:t>‹#›</a:t>
            </a:fld>
            <a:endParaRPr lang="zh-CN" altLang="en-US"/>
          </a:p>
        </p:txBody>
      </p:sp>
    </p:spTree>
    <p:extLst>
      <p:ext uri="{BB962C8B-B14F-4D97-AF65-F5344CB8AC3E}">
        <p14:creationId xmlns:p14="http://schemas.microsoft.com/office/powerpoint/2010/main" val="7124700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350158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04283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93209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001131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578219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81398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374076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209210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539513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213365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3304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6E48E5-9680-4701-B7CA-B0497DE7EF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088AB3D6-0ABB-4314-8D66-C87B81161C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4709E023-57AD-467D-B4F8-01B5A32D59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AD741F-F3D5-47F2-92C8-12E2DEDE0863}" type="datetimeFigureOut">
              <a:rPr lang="zh-CN" altLang="en-US" smtClean="0"/>
              <a:t>2024/12/7</a:t>
            </a:fld>
            <a:endParaRPr lang="zh-CN" altLang="en-US"/>
          </a:p>
        </p:txBody>
      </p:sp>
      <p:sp>
        <p:nvSpPr>
          <p:cNvPr id="5" name="Footer Placeholder 4">
            <a:extLst>
              <a:ext uri="{FF2B5EF4-FFF2-40B4-BE49-F238E27FC236}">
                <a16:creationId xmlns:a16="http://schemas.microsoft.com/office/drawing/2014/main" id="{C9C0C416-DDB1-4117-B860-F1E48626C6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a:extLst>
              <a:ext uri="{FF2B5EF4-FFF2-40B4-BE49-F238E27FC236}">
                <a16:creationId xmlns:a16="http://schemas.microsoft.com/office/drawing/2014/main" id="{F4F4B16F-707F-4ABD-8186-6BA7723F55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B105FB-1384-4807-8F72-06DF02CADC62}" type="slidenum">
              <a:rPr lang="zh-CN" altLang="en-US" smtClean="0"/>
              <a:t>‹#›</a:t>
            </a:fld>
            <a:endParaRPr lang="zh-CN" altLang="en-US"/>
          </a:p>
        </p:txBody>
      </p:sp>
    </p:spTree>
    <p:extLst>
      <p:ext uri="{BB962C8B-B14F-4D97-AF65-F5344CB8AC3E}">
        <p14:creationId xmlns:p14="http://schemas.microsoft.com/office/powerpoint/2010/main" val="40792722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5082283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0.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3382756"/>
            <a:ext cx="7772400" cy="1470025"/>
          </a:xfrm>
        </p:spPr>
        <p:txBody>
          <a:bodyPr/>
          <a:lstStyle/>
          <a:p>
            <a:r>
              <a:t>Báo cáo </a:t>
            </a:r>
            <a:r>
              <a:rPr lang="en-US"/>
              <a:t>Đồ Án</a:t>
            </a:r>
            <a:r>
              <a:t> </a:t>
            </a:r>
          </a:p>
        </p:txBody>
      </p:sp>
      <p:sp>
        <p:nvSpPr>
          <p:cNvPr id="3" name="Subtitle 2"/>
          <p:cNvSpPr>
            <a:spLocks noGrp="1"/>
          </p:cNvSpPr>
          <p:nvPr>
            <p:ph type="subTitle" idx="1"/>
          </p:nvPr>
        </p:nvSpPr>
        <p:spPr>
          <a:xfrm>
            <a:off x="3099352" y="357947"/>
            <a:ext cx="5993296" cy="1162740"/>
          </a:xfrm>
        </p:spPr>
        <p:txBody>
          <a:bodyPr>
            <a:normAutofit fontScale="70000" lnSpcReduction="20000"/>
          </a:bodyPr>
          <a:lstStyle/>
          <a:p>
            <a:r>
              <a:t>ĐẠI HỌC QUỐC GIA TP.HCM</a:t>
            </a:r>
          </a:p>
          <a:p>
            <a:r>
              <a:t>TRƯỜNG ĐẠI HỌC BÁCH KHOA</a:t>
            </a:r>
          </a:p>
          <a:p>
            <a:r>
              <a:t>Khoa Cơ Khí – Bộ môn Cơ Điện Tử</a:t>
            </a:r>
          </a:p>
        </p:txBody>
      </p:sp>
      <p:sp>
        <p:nvSpPr>
          <p:cNvPr id="4" name="TextBox 3">
            <a:extLst>
              <a:ext uri="{FF2B5EF4-FFF2-40B4-BE49-F238E27FC236}">
                <a16:creationId xmlns:a16="http://schemas.microsoft.com/office/drawing/2014/main" id="{5B18D317-4C75-4FC5-8794-4659E2AA11AF}"/>
              </a:ext>
            </a:extLst>
          </p:cNvPr>
          <p:cNvSpPr txBox="1"/>
          <p:nvPr/>
        </p:nvSpPr>
        <p:spPr>
          <a:xfrm>
            <a:off x="4207565" y="5193563"/>
            <a:ext cx="4800600" cy="1477328"/>
          </a:xfrm>
          <a:prstGeom prst="rect">
            <a:avLst/>
          </a:prstGeom>
          <a:noFill/>
        </p:spPr>
        <p:txBody>
          <a:bodyPr wrap="square" rtlCol="0">
            <a:spAutoFit/>
          </a:bodyPr>
          <a:lstStyle/>
          <a:p>
            <a:pPr defTabSz="457200"/>
            <a:r>
              <a:rPr lang="en-US" altLang="zh-CN">
                <a:solidFill>
                  <a:prstClr val="black"/>
                </a:solidFill>
                <a:latin typeface="Calibri"/>
                <a:ea typeface="宋体" panose="02010600030101010101" pitchFamily="2" charset="-122"/>
              </a:rPr>
              <a:t>Học viên thực hiện: Chu Thanh Tùng</a:t>
            </a:r>
          </a:p>
          <a:p>
            <a:pPr defTabSz="457200"/>
            <a:r>
              <a:rPr lang="en-US" altLang="zh-CN">
                <a:solidFill>
                  <a:prstClr val="black"/>
                </a:solidFill>
                <a:latin typeface="Calibri"/>
                <a:ea typeface="宋体" panose="02010600030101010101" pitchFamily="2" charset="-122"/>
              </a:rPr>
              <a:t>MSHV: 2470329</a:t>
            </a:r>
          </a:p>
          <a:p>
            <a:pPr defTabSz="457200"/>
            <a:r>
              <a:rPr lang="en-US" altLang="zh-CN">
                <a:solidFill>
                  <a:prstClr val="black"/>
                </a:solidFill>
                <a:latin typeface="Calibri"/>
                <a:ea typeface="宋体" panose="02010600030101010101" pitchFamily="2" charset="-122"/>
              </a:rPr>
              <a:t>Giáo viên hướng dẫn: TS. Dương Văn Tú</a:t>
            </a:r>
          </a:p>
          <a:p>
            <a:pPr defTabSz="457200"/>
            <a:r>
              <a:rPr lang="en-US" altLang="zh-CN">
                <a:solidFill>
                  <a:prstClr val="black"/>
                </a:solidFill>
                <a:latin typeface="Calibri"/>
                <a:ea typeface="宋体" panose="02010600030101010101" pitchFamily="2" charset="-122"/>
              </a:rPr>
              <a:t>			    	     </a:t>
            </a:r>
          </a:p>
          <a:p>
            <a:pPr defTabSz="457200"/>
            <a:endParaRPr lang="zh-CN" altLang="en-US">
              <a:solidFill>
                <a:prstClr val="black"/>
              </a:solidFill>
              <a:latin typeface="Calibri"/>
              <a:ea typeface="宋体" panose="02010600030101010101" pitchFamily="2" charset="-122"/>
            </a:endParaRPr>
          </a:p>
        </p:txBody>
      </p:sp>
      <p:pic>
        <p:nvPicPr>
          <p:cNvPr id="5" name="Hình ảnh 37" descr="Logo, company name&#10;&#10;Description automatically generated">
            <a:extLst>
              <a:ext uri="{FF2B5EF4-FFF2-40B4-BE49-F238E27FC236}">
                <a16:creationId xmlns:a16="http://schemas.microsoft.com/office/drawing/2014/main" id="{A35C9E09-BF73-4F27-8666-FF4F00C0BA40}"/>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85360" y="1479771"/>
            <a:ext cx="2621280" cy="25069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AF52-BA1D-4086-865E-2B9F5124805E}"/>
              </a:ext>
            </a:extLst>
          </p:cNvPr>
          <p:cNvSpPr>
            <a:spLocks noGrp="1"/>
          </p:cNvSpPr>
          <p:nvPr>
            <p:ph type="title"/>
          </p:nvPr>
        </p:nvSpPr>
        <p:spPr/>
        <p:txBody>
          <a:bodyPr/>
          <a:lstStyle/>
          <a:p>
            <a:endParaRPr lang="zh-CN" altLang="en-US"/>
          </a:p>
        </p:txBody>
      </p:sp>
      <p:sp>
        <p:nvSpPr>
          <p:cNvPr id="3" name="Content Placeholder 2">
            <a:extLst>
              <a:ext uri="{FF2B5EF4-FFF2-40B4-BE49-F238E27FC236}">
                <a16:creationId xmlns:a16="http://schemas.microsoft.com/office/drawing/2014/main" id="{EDAD3255-1535-4D99-9749-E97F1F9228E7}"/>
              </a:ext>
            </a:extLst>
          </p:cNvPr>
          <p:cNvSpPr>
            <a:spLocks noGrp="1"/>
          </p:cNvSpPr>
          <p:nvPr>
            <p:ph idx="1"/>
          </p:nvPr>
        </p:nvSpPr>
        <p:spPr/>
        <p:txBody>
          <a:bodyPr/>
          <a:lstStyle/>
          <a:p>
            <a:endParaRPr lang="zh-CN" altLang="en-US"/>
          </a:p>
        </p:txBody>
      </p:sp>
      <p:pic>
        <p:nvPicPr>
          <p:cNvPr id="4" name="Picture 3">
            <a:extLst>
              <a:ext uri="{FF2B5EF4-FFF2-40B4-BE49-F238E27FC236}">
                <a16:creationId xmlns:a16="http://schemas.microsoft.com/office/drawing/2014/main" id="{66395042-539D-4E74-AB6C-8C040AA1FF94}"/>
              </a:ext>
            </a:extLst>
          </p:cNvPr>
          <p:cNvPicPr>
            <a:picLocks noChangeAspect="1"/>
          </p:cNvPicPr>
          <p:nvPr/>
        </p:nvPicPr>
        <p:blipFill>
          <a:blip r:embed="rId2"/>
          <a:stretch>
            <a:fillRect/>
          </a:stretch>
        </p:blipFill>
        <p:spPr>
          <a:xfrm>
            <a:off x="3209192" y="63905"/>
            <a:ext cx="5661431" cy="6599420"/>
          </a:xfrm>
          <a:prstGeom prst="rect">
            <a:avLst/>
          </a:prstGeom>
        </p:spPr>
      </p:pic>
    </p:spTree>
    <p:extLst>
      <p:ext uri="{BB962C8B-B14F-4D97-AF65-F5344CB8AC3E}">
        <p14:creationId xmlns:p14="http://schemas.microsoft.com/office/powerpoint/2010/main" val="363669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ECACA-1C84-414D-AE9A-FC381317E0FE}"/>
              </a:ext>
            </a:extLst>
          </p:cNvPr>
          <p:cNvSpPr>
            <a:spLocks noGrp="1"/>
          </p:cNvSpPr>
          <p:nvPr>
            <p:ph type="title"/>
          </p:nvPr>
        </p:nvSpPr>
        <p:spPr/>
        <p:txBody>
          <a:bodyPr/>
          <a:lstStyle/>
          <a:p>
            <a:endParaRPr lang="zh-CN" altLang="en-US"/>
          </a:p>
        </p:txBody>
      </p:sp>
      <p:pic>
        <p:nvPicPr>
          <p:cNvPr id="5" name="Content Placeholder 4">
            <a:extLst>
              <a:ext uri="{FF2B5EF4-FFF2-40B4-BE49-F238E27FC236}">
                <a16:creationId xmlns:a16="http://schemas.microsoft.com/office/drawing/2014/main" id="{DC040FC9-A521-48FB-9929-B0F4ED1B491D}"/>
              </a:ext>
            </a:extLst>
          </p:cNvPr>
          <p:cNvPicPr>
            <a:picLocks noGrp="1" noChangeAspect="1"/>
          </p:cNvPicPr>
          <p:nvPr>
            <p:ph idx="1"/>
          </p:nvPr>
        </p:nvPicPr>
        <p:blipFill>
          <a:blip r:embed="rId2"/>
          <a:stretch>
            <a:fillRect/>
          </a:stretch>
        </p:blipFill>
        <p:spPr>
          <a:xfrm>
            <a:off x="1221887" y="4733201"/>
            <a:ext cx="3696216" cy="647790"/>
          </a:xfrm>
          <a:prstGeom prst="rect">
            <a:avLst/>
          </a:prstGeom>
        </p:spPr>
      </p:pic>
      <p:pic>
        <p:nvPicPr>
          <p:cNvPr id="4" name="Picture 3">
            <a:extLst>
              <a:ext uri="{FF2B5EF4-FFF2-40B4-BE49-F238E27FC236}">
                <a16:creationId xmlns:a16="http://schemas.microsoft.com/office/drawing/2014/main" id="{435D64C5-0AF6-4B1C-A338-E7A51C08F702}"/>
              </a:ext>
            </a:extLst>
          </p:cNvPr>
          <p:cNvPicPr>
            <a:picLocks noChangeAspect="1"/>
          </p:cNvPicPr>
          <p:nvPr/>
        </p:nvPicPr>
        <p:blipFill>
          <a:blip r:embed="rId3"/>
          <a:stretch>
            <a:fillRect/>
          </a:stretch>
        </p:blipFill>
        <p:spPr>
          <a:xfrm>
            <a:off x="533731" y="1818653"/>
            <a:ext cx="5258534" cy="2572109"/>
          </a:xfrm>
          <a:prstGeom prst="rect">
            <a:avLst/>
          </a:prstGeom>
        </p:spPr>
      </p:pic>
      <p:pic>
        <p:nvPicPr>
          <p:cNvPr id="7" name="Picture 6">
            <a:extLst>
              <a:ext uri="{FF2B5EF4-FFF2-40B4-BE49-F238E27FC236}">
                <a16:creationId xmlns:a16="http://schemas.microsoft.com/office/drawing/2014/main" id="{A10687E7-8F4F-414B-AD15-C1F74EE9A11B}"/>
              </a:ext>
            </a:extLst>
          </p:cNvPr>
          <p:cNvPicPr>
            <a:picLocks noChangeAspect="1"/>
          </p:cNvPicPr>
          <p:nvPr/>
        </p:nvPicPr>
        <p:blipFill>
          <a:blip r:embed="rId4"/>
          <a:stretch>
            <a:fillRect/>
          </a:stretch>
        </p:blipFill>
        <p:spPr>
          <a:xfrm>
            <a:off x="1431466" y="5380991"/>
            <a:ext cx="3277057" cy="581106"/>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2F76C1B-9B7B-4F8D-A22E-AE38DFCE41D9}"/>
                  </a:ext>
                </a:extLst>
              </p:cNvPr>
              <p:cNvSpPr txBox="1"/>
              <p:nvPr/>
            </p:nvSpPr>
            <p:spPr>
              <a:xfrm>
                <a:off x="5563841" y="2064736"/>
                <a:ext cx="6094428" cy="69705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𝑇</m:t>
                      </m:r>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sSub>
                            <m:sSubPr>
                              <m:ctrlPr>
                                <a:rPr lang="zh-CN" altLang="en-US" i="1">
                                  <a:solidFill>
                                    <a:srgbClr val="836967"/>
                                  </a:solidFill>
                                  <a:latin typeface="Cambria Math" panose="02040503050406030204" pitchFamily="18" charset="0"/>
                                </a:rPr>
                              </m:ctrlPr>
                            </m:sSubPr>
                            <m:e>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𝐺</m:t>
                                  </m:r>
                                </m:e>
                                <m:sub>
                                  <m:r>
                                    <a:rPr lang="zh-CN" altLang="en-US" i="1">
                                      <a:latin typeface="Cambria Math" panose="02040503050406030204" pitchFamily="18" charset="0"/>
                                    </a:rPr>
                                    <m:t>𝑝</m:t>
                                  </m:r>
                                </m:sub>
                              </m:sSub>
                              <m:r>
                                <a:rPr lang="zh-CN" altLang="en-US" i="0">
                                  <a:latin typeface="Cambria Math" panose="02040503050406030204" pitchFamily="18" charset="0"/>
                                </a:rPr>
                                <m:t>.</m:t>
                              </m:r>
                              <m:r>
                                <a:rPr lang="zh-CN" altLang="en-US" i="1">
                                  <a:latin typeface="Cambria Math" panose="02040503050406030204" pitchFamily="18" charset="0"/>
                                </a:rPr>
                                <m:t>𝐺</m:t>
                              </m:r>
                            </m:e>
                            <m:sub>
                              <m:r>
                                <a:rPr lang="zh-CN" altLang="en-US" i="1">
                                  <a:latin typeface="Cambria Math" panose="02040503050406030204" pitchFamily="18" charset="0"/>
                                </a:rPr>
                                <m:t>𝑐</m:t>
                              </m:r>
                            </m:sub>
                          </m:sSub>
                        </m:num>
                        <m:den>
                          <m:r>
                            <a:rPr lang="zh-CN" altLang="en-US" i="0">
                              <a:latin typeface="Cambria Math" panose="02040503050406030204" pitchFamily="18" charset="0"/>
                            </a:rPr>
                            <m:t>1+</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𝐺</m:t>
                              </m:r>
                            </m:e>
                            <m:sub>
                              <m:r>
                                <a:rPr lang="zh-CN" altLang="en-US" i="1">
                                  <a:latin typeface="Cambria Math" panose="02040503050406030204" pitchFamily="18" charset="0"/>
                                </a:rPr>
                                <m:t>𝑝</m:t>
                              </m:r>
                            </m:sub>
                          </m:sSub>
                          <m:r>
                            <a:rPr lang="zh-CN" altLang="en-US" i="0">
                              <a:latin typeface="Cambria Math" panose="02040503050406030204" pitchFamily="18" charset="0"/>
                            </a:rPr>
                            <m:t>.</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𝐺</m:t>
                              </m:r>
                            </m:e>
                            <m:sub>
                              <m:r>
                                <a:rPr lang="zh-CN" altLang="en-US" i="1">
                                  <a:latin typeface="Cambria Math" panose="02040503050406030204" pitchFamily="18" charset="0"/>
                                </a:rPr>
                                <m:t>𝑐</m:t>
                              </m:r>
                            </m:sub>
                          </m:sSub>
                        </m:den>
                      </m:f>
                    </m:oMath>
                  </m:oMathPara>
                </a14:m>
                <a:endParaRPr lang="zh-CN" altLang="en-US"/>
              </a:p>
            </p:txBody>
          </p:sp>
        </mc:Choice>
        <mc:Fallback xmlns="">
          <p:sp>
            <p:nvSpPr>
              <p:cNvPr id="13" name="TextBox 12">
                <a:extLst>
                  <a:ext uri="{FF2B5EF4-FFF2-40B4-BE49-F238E27FC236}">
                    <a16:creationId xmlns:a16="http://schemas.microsoft.com/office/drawing/2014/main" id="{D2F76C1B-9B7B-4F8D-A22E-AE38DFCE41D9}"/>
                  </a:ext>
                </a:extLst>
              </p:cNvPr>
              <p:cNvSpPr txBox="1">
                <a:spLocks noRot="1" noChangeAspect="1" noMove="1" noResize="1" noEditPoints="1" noAdjustHandles="1" noChangeArrowheads="1" noChangeShapeType="1" noTextEdit="1"/>
              </p:cNvSpPr>
              <p:nvPr/>
            </p:nvSpPr>
            <p:spPr>
              <a:xfrm>
                <a:off x="5563841" y="2064736"/>
                <a:ext cx="6094428" cy="697050"/>
              </a:xfrm>
              <a:prstGeom prst="rect">
                <a:avLst/>
              </a:prstGeom>
              <a:blipFill>
                <a:blip r:embed="rId5"/>
                <a:stretch>
                  <a:fillRect/>
                </a:stretch>
              </a:blipFill>
            </p:spPr>
            <p:txBody>
              <a:bodyPr/>
              <a:lstStyle/>
              <a:p>
                <a:r>
                  <a:rPr lang="zh-CN" altLang="en-US">
                    <a:noFill/>
                  </a:rPr>
                  <a:t> </a:t>
                </a:r>
              </a:p>
            </p:txBody>
          </p:sp>
        </mc:Fallback>
      </mc:AlternateContent>
      <p:pic>
        <p:nvPicPr>
          <p:cNvPr id="14" name="Picture 13">
            <a:extLst>
              <a:ext uri="{FF2B5EF4-FFF2-40B4-BE49-F238E27FC236}">
                <a16:creationId xmlns:a16="http://schemas.microsoft.com/office/drawing/2014/main" id="{12F0F816-98FE-4829-921E-88C4B8FCB210}"/>
              </a:ext>
            </a:extLst>
          </p:cNvPr>
          <p:cNvPicPr>
            <a:picLocks noChangeAspect="1"/>
          </p:cNvPicPr>
          <p:nvPr/>
        </p:nvPicPr>
        <p:blipFill>
          <a:blip r:embed="rId6"/>
          <a:stretch>
            <a:fillRect/>
          </a:stretch>
        </p:blipFill>
        <p:spPr>
          <a:xfrm>
            <a:off x="6352477" y="3371445"/>
            <a:ext cx="5001323" cy="1019317"/>
          </a:xfrm>
          <a:prstGeom prst="rect">
            <a:avLst/>
          </a:prstGeom>
        </p:spPr>
      </p:pic>
    </p:spTree>
    <p:extLst>
      <p:ext uri="{BB962C8B-B14F-4D97-AF65-F5344CB8AC3E}">
        <p14:creationId xmlns:p14="http://schemas.microsoft.com/office/powerpoint/2010/main" val="2871966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521750-5678-48DB-B43A-36D9D19A3DD1}"/>
              </a:ext>
            </a:extLst>
          </p:cNvPr>
          <p:cNvPicPr>
            <a:picLocks noChangeAspect="1"/>
          </p:cNvPicPr>
          <p:nvPr/>
        </p:nvPicPr>
        <p:blipFill>
          <a:blip r:embed="rId2"/>
          <a:stretch>
            <a:fillRect/>
          </a:stretch>
        </p:blipFill>
        <p:spPr>
          <a:xfrm>
            <a:off x="3111585" y="361792"/>
            <a:ext cx="5572903" cy="1571844"/>
          </a:xfrm>
          <a:prstGeom prst="rect">
            <a:avLst/>
          </a:prstGeom>
        </p:spPr>
      </p:pic>
      <p:pic>
        <p:nvPicPr>
          <p:cNvPr id="5" name="Picture 4">
            <a:extLst>
              <a:ext uri="{FF2B5EF4-FFF2-40B4-BE49-F238E27FC236}">
                <a16:creationId xmlns:a16="http://schemas.microsoft.com/office/drawing/2014/main" id="{699325EF-84FF-4751-879F-3F6F165A3D98}"/>
              </a:ext>
            </a:extLst>
          </p:cNvPr>
          <p:cNvPicPr>
            <a:picLocks noChangeAspect="1"/>
          </p:cNvPicPr>
          <p:nvPr/>
        </p:nvPicPr>
        <p:blipFill>
          <a:blip r:embed="rId3"/>
          <a:stretch>
            <a:fillRect/>
          </a:stretch>
        </p:blipFill>
        <p:spPr>
          <a:xfrm>
            <a:off x="2321796" y="2086611"/>
            <a:ext cx="6982799" cy="724001"/>
          </a:xfrm>
          <a:prstGeom prst="rect">
            <a:avLst/>
          </a:prstGeom>
        </p:spPr>
      </p:pic>
      <p:sp>
        <p:nvSpPr>
          <p:cNvPr id="6" name="TextBox 5">
            <a:extLst>
              <a:ext uri="{FF2B5EF4-FFF2-40B4-BE49-F238E27FC236}">
                <a16:creationId xmlns:a16="http://schemas.microsoft.com/office/drawing/2014/main" id="{B3BA58E9-1A1D-4F41-A745-C2C7C126D097}"/>
              </a:ext>
            </a:extLst>
          </p:cNvPr>
          <p:cNvSpPr txBox="1"/>
          <p:nvPr/>
        </p:nvSpPr>
        <p:spPr>
          <a:xfrm>
            <a:off x="1754956" y="2963587"/>
            <a:ext cx="8682087" cy="3416320"/>
          </a:xfrm>
          <a:prstGeom prst="rect">
            <a:avLst/>
          </a:prstGeom>
          <a:noFill/>
        </p:spPr>
        <p:txBody>
          <a:bodyPr wrap="square" rtlCol="0">
            <a:spAutoFit/>
          </a:bodyPr>
          <a:lstStyle/>
          <a:p>
            <a:r>
              <a:rPr lang="en-US" altLang="zh-CN">
                <a:latin typeface="Times New Roman" panose="02020603050405020304" pitchFamily="18" charset="0"/>
                <a:cs typeface="Times New Roman" panose="02020603050405020304" pitchFamily="18" charset="0"/>
              </a:rPr>
              <a:t>Giả định Kp = [0,100]. Chứng minh hệ bậc 3 có đặc tính giống bậc 2.</a:t>
            </a:r>
          </a:p>
          <a:p>
            <a:r>
              <a:rPr lang="en-US" altLang="zh-CN">
                <a:latin typeface="Times New Roman" panose="02020603050405020304" pitchFamily="18" charset="0"/>
                <a:cs typeface="Times New Roman" panose="02020603050405020304" pitchFamily="18" charset="0"/>
              </a:rPr>
              <a:t>Điều kiện:</a:t>
            </a:r>
          </a:p>
          <a:p>
            <a:r>
              <a:rPr lang="en-US" altLang="zh-CN">
                <a:latin typeface="Times New Roman" panose="02020603050405020304" pitchFamily="18" charset="0"/>
                <a:cs typeface="Times New Roman" panose="02020603050405020304" pitchFamily="18" charset="0"/>
              </a:rPr>
              <a:t>(Feedback Control of Dynamic Systems" của Gene F. Franklin, J. Da Powell, và Abbas Emami-Naeini)</a:t>
            </a:r>
          </a:p>
          <a:p>
            <a:r>
              <a:rPr lang="vi-VN" altLang="zh-CN">
                <a:latin typeface="Times New Roman" panose="02020603050405020304" pitchFamily="18" charset="0"/>
                <a:cs typeface="Times New Roman" panose="02020603050405020304" pitchFamily="18" charset="0"/>
              </a:rPr>
              <a:t>Điều kiện Để hệ thống bậc 3 có đặc tính giống hệ bậc 2, điều kiện là các cực của hệ thống phải được phân bố sao cho một trong các cực thực có giá trị rất lớn (hay gần vô cùng), trong khi các cực còn lại (cực phức) có ảnh hưởng chủ yếu đến động học của hệ thống. </a:t>
            </a:r>
            <a:endParaRPr lang="en-US" altLang="zh-CN">
              <a:latin typeface="Times New Roman" panose="02020603050405020304" pitchFamily="18" charset="0"/>
              <a:cs typeface="Times New Roman" panose="02020603050405020304" pitchFamily="18" charset="0"/>
            </a:endParaRPr>
          </a:p>
          <a:p>
            <a:r>
              <a:rPr lang="vi-VN" altLang="zh-CN">
                <a:latin typeface="Times New Roman" panose="02020603050405020304" pitchFamily="18" charset="0"/>
                <a:cs typeface="Times New Roman" panose="02020603050405020304" pitchFamily="18" charset="0"/>
              </a:rPr>
              <a:t>Điều này có thể đạt được khi: Một cực thực có giá trị lớn, đóng vai trò "kém ảnh hưởng" đến đáp ứng của hệ thống, và chỉ có hai cực còn lại (cực phức) có ảnh hưởng lớn tới đặc tính động học của hệ thống. Trong trường hợp này, hệ thống sẽ hành xử gần giống như một hệ bậc 2 với các cực phức.</a:t>
            </a:r>
            <a:endParaRPr lang="en-US" altLang="zh-CN">
              <a:latin typeface="Times New Roman" panose="02020603050405020304" pitchFamily="18" charset="0"/>
              <a:cs typeface="Times New Roman" panose="02020603050405020304" pitchFamily="18" charset="0"/>
            </a:endParaRPr>
          </a:p>
          <a:p>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5780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3C5F7-C3B8-4425-BB00-41C133FC0112}"/>
              </a:ext>
            </a:extLst>
          </p:cNvPr>
          <p:cNvSpPr>
            <a:spLocks noGrp="1"/>
          </p:cNvSpPr>
          <p:nvPr>
            <p:ph type="title"/>
          </p:nvPr>
        </p:nvSpPr>
        <p:spPr>
          <a:xfrm>
            <a:off x="838200" y="365126"/>
            <a:ext cx="9653833" cy="464434"/>
          </a:xfrm>
        </p:spPr>
        <p:txBody>
          <a:bodyPr>
            <a:normAutofit fontScale="90000"/>
          </a:bodyPr>
          <a:lstStyle/>
          <a:p>
            <a:r>
              <a:rPr lang="en-US" altLang="zh-CN">
                <a:latin typeface="Times New Roman" panose="02020603050405020304" pitchFamily="18" charset="0"/>
                <a:cs typeface="Times New Roman" panose="02020603050405020304" pitchFamily="18" charset="0"/>
              </a:rPr>
              <a:t>Kết quả</a:t>
            </a:r>
            <a:endParaRPr lang="zh-CN" altLang="en-US">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9605FDA-A8BE-497E-85E9-4C47E200A2B5}"/>
              </a:ext>
            </a:extLst>
          </p:cNvPr>
          <p:cNvPicPr>
            <a:picLocks noChangeAspect="1"/>
          </p:cNvPicPr>
          <p:nvPr/>
        </p:nvPicPr>
        <p:blipFill>
          <a:blip r:embed="rId2"/>
          <a:stretch>
            <a:fillRect/>
          </a:stretch>
        </p:blipFill>
        <p:spPr>
          <a:xfrm>
            <a:off x="838201" y="1169881"/>
            <a:ext cx="4246620" cy="3298424"/>
          </a:xfrm>
          <a:prstGeom prst="rect">
            <a:avLst/>
          </a:prstGeom>
        </p:spPr>
      </p:pic>
      <p:sp>
        <p:nvSpPr>
          <p:cNvPr id="5" name="TextBox 4">
            <a:extLst>
              <a:ext uri="{FF2B5EF4-FFF2-40B4-BE49-F238E27FC236}">
                <a16:creationId xmlns:a16="http://schemas.microsoft.com/office/drawing/2014/main" id="{EDD96F24-1497-47C1-BB82-BFA6981A545A}"/>
              </a:ext>
            </a:extLst>
          </p:cNvPr>
          <p:cNvSpPr txBox="1"/>
          <p:nvPr/>
        </p:nvSpPr>
        <p:spPr>
          <a:xfrm>
            <a:off x="1580485" y="5091430"/>
            <a:ext cx="4669487" cy="923330"/>
          </a:xfrm>
          <a:prstGeom prst="rect">
            <a:avLst/>
          </a:prstGeom>
          <a:noFill/>
        </p:spPr>
        <p:txBody>
          <a:bodyPr wrap="square" rtlCol="0">
            <a:spAutoFit/>
          </a:bodyPr>
          <a:lstStyle/>
          <a:p>
            <a:r>
              <a:rPr lang="en-US" altLang="zh-CN"/>
              <a:t>1.0e+06 *  -1.4541</a:t>
            </a:r>
          </a:p>
          <a:p>
            <a:r>
              <a:rPr lang="en-US" altLang="zh-CN"/>
              <a:t>  -0.0000 + 0.0005i</a:t>
            </a:r>
          </a:p>
          <a:p>
            <a:r>
              <a:rPr lang="en-US" altLang="zh-CN"/>
              <a:t>  -0.0000 - 0.0005i</a:t>
            </a:r>
            <a:endParaRPr lang="zh-CN" altLang="en-US"/>
          </a:p>
        </p:txBody>
      </p:sp>
      <p:sp>
        <p:nvSpPr>
          <p:cNvPr id="6" name="TextBox 5">
            <a:extLst>
              <a:ext uri="{FF2B5EF4-FFF2-40B4-BE49-F238E27FC236}">
                <a16:creationId xmlns:a16="http://schemas.microsoft.com/office/drawing/2014/main" id="{F5EB2857-FA57-459A-B11B-360F6C7574AA}"/>
              </a:ext>
            </a:extLst>
          </p:cNvPr>
          <p:cNvSpPr txBox="1"/>
          <p:nvPr/>
        </p:nvSpPr>
        <p:spPr>
          <a:xfrm>
            <a:off x="2045616" y="4703975"/>
            <a:ext cx="1630838" cy="369332"/>
          </a:xfrm>
          <a:prstGeom prst="rect">
            <a:avLst/>
          </a:prstGeom>
          <a:noFill/>
        </p:spPr>
        <p:txBody>
          <a:bodyPr wrap="square" rtlCol="0">
            <a:spAutoFit/>
          </a:bodyPr>
          <a:lstStyle/>
          <a:p>
            <a:r>
              <a:rPr lang="en-US" altLang="zh-CN"/>
              <a:t>Kp = 1</a:t>
            </a:r>
            <a:endParaRPr lang="zh-CN" altLang="en-US"/>
          </a:p>
        </p:txBody>
      </p:sp>
      <p:pic>
        <p:nvPicPr>
          <p:cNvPr id="7" name="Picture 6">
            <a:extLst>
              <a:ext uri="{FF2B5EF4-FFF2-40B4-BE49-F238E27FC236}">
                <a16:creationId xmlns:a16="http://schemas.microsoft.com/office/drawing/2014/main" id="{56E32597-BC4F-4188-A44C-26CE03122503}"/>
              </a:ext>
            </a:extLst>
          </p:cNvPr>
          <p:cNvPicPr>
            <a:picLocks noChangeAspect="1"/>
          </p:cNvPicPr>
          <p:nvPr/>
        </p:nvPicPr>
        <p:blipFill>
          <a:blip r:embed="rId3"/>
          <a:stretch>
            <a:fillRect/>
          </a:stretch>
        </p:blipFill>
        <p:spPr>
          <a:xfrm>
            <a:off x="6439390" y="1169881"/>
            <a:ext cx="4246621" cy="3330202"/>
          </a:xfrm>
          <a:prstGeom prst="rect">
            <a:avLst/>
          </a:prstGeom>
        </p:spPr>
      </p:pic>
      <p:sp>
        <p:nvSpPr>
          <p:cNvPr id="9" name="TextBox 8">
            <a:extLst>
              <a:ext uri="{FF2B5EF4-FFF2-40B4-BE49-F238E27FC236}">
                <a16:creationId xmlns:a16="http://schemas.microsoft.com/office/drawing/2014/main" id="{E70EADF6-9CFA-4177-BE2A-C01389D81F19}"/>
              </a:ext>
            </a:extLst>
          </p:cNvPr>
          <p:cNvSpPr txBox="1"/>
          <p:nvPr/>
        </p:nvSpPr>
        <p:spPr>
          <a:xfrm>
            <a:off x="7279851" y="5041156"/>
            <a:ext cx="6094428" cy="923330"/>
          </a:xfrm>
          <a:prstGeom prst="rect">
            <a:avLst/>
          </a:prstGeom>
          <a:noFill/>
        </p:spPr>
        <p:txBody>
          <a:bodyPr wrap="square">
            <a:spAutoFit/>
          </a:bodyPr>
          <a:lstStyle/>
          <a:p>
            <a:r>
              <a:rPr lang="zh-CN" altLang="en-US"/>
              <a:t>1.0e+06 *  -1.4541 </a:t>
            </a:r>
          </a:p>
          <a:p>
            <a:r>
              <a:rPr lang="zh-CN" altLang="en-US"/>
              <a:t>  -0.0000 + 0.0005i</a:t>
            </a:r>
          </a:p>
          <a:p>
            <a:r>
              <a:rPr lang="zh-CN" altLang="en-US"/>
              <a:t>  -0.0000 - 0.0005i</a:t>
            </a:r>
          </a:p>
        </p:txBody>
      </p:sp>
      <p:sp>
        <p:nvSpPr>
          <p:cNvPr id="10" name="TextBox 9">
            <a:extLst>
              <a:ext uri="{FF2B5EF4-FFF2-40B4-BE49-F238E27FC236}">
                <a16:creationId xmlns:a16="http://schemas.microsoft.com/office/drawing/2014/main" id="{7DCF4B33-B4F4-4A97-980A-E874B528D2EA}"/>
              </a:ext>
            </a:extLst>
          </p:cNvPr>
          <p:cNvSpPr txBox="1"/>
          <p:nvPr/>
        </p:nvSpPr>
        <p:spPr>
          <a:xfrm>
            <a:off x="7805393" y="4703975"/>
            <a:ext cx="1850011" cy="369332"/>
          </a:xfrm>
          <a:prstGeom prst="rect">
            <a:avLst/>
          </a:prstGeom>
          <a:noFill/>
        </p:spPr>
        <p:txBody>
          <a:bodyPr wrap="square" rtlCol="0">
            <a:spAutoFit/>
          </a:bodyPr>
          <a:lstStyle/>
          <a:p>
            <a:r>
              <a:rPr lang="en-US" altLang="zh-CN"/>
              <a:t>Kp = 100</a:t>
            </a:r>
            <a:endParaRPr lang="zh-CN" altLang="en-US"/>
          </a:p>
        </p:txBody>
      </p:sp>
      <p:sp>
        <p:nvSpPr>
          <p:cNvPr id="11" name="TextBox 10">
            <a:extLst>
              <a:ext uri="{FF2B5EF4-FFF2-40B4-BE49-F238E27FC236}">
                <a16:creationId xmlns:a16="http://schemas.microsoft.com/office/drawing/2014/main" id="{A6145E1A-61E8-4718-B62F-4A17D0A13031}"/>
              </a:ext>
            </a:extLst>
          </p:cNvPr>
          <p:cNvSpPr txBox="1"/>
          <p:nvPr/>
        </p:nvSpPr>
        <p:spPr>
          <a:xfrm>
            <a:off x="3289955" y="6103012"/>
            <a:ext cx="4176074" cy="369332"/>
          </a:xfrm>
          <a:prstGeom prst="rect">
            <a:avLst/>
          </a:prstGeom>
          <a:noFill/>
        </p:spPr>
        <p:txBody>
          <a:bodyPr wrap="square" rtlCol="0">
            <a:spAutoFit/>
          </a:bodyPr>
          <a:lstStyle/>
          <a:p>
            <a:r>
              <a:rPr lang="en-US" altLang="zh-CN"/>
              <a:t>Hệ có đặc tính giống hệ bậc 2</a:t>
            </a:r>
            <a:endParaRPr lang="zh-CN" altLang="en-US"/>
          </a:p>
        </p:txBody>
      </p:sp>
    </p:spTree>
    <p:extLst>
      <p:ext uri="{BB962C8B-B14F-4D97-AF65-F5344CB8AC3E}">
        <p14:creationId xmlns:p14="http://schemas.microsoft.com/office/powerpoint/2010/main" val="1201415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B98A2C5-2B10-46B6-98D7-3814DC75ADC3}"/>
                  </a:ext>
                </a:extLst>
              </p:cNvPr>
              <p:cNvSpPr>
                <a:spLocks noGrp="1"/>
              </p:cNvSpPr>
              <p:nvPr>
                <p:ph type="title"/>
              </p:nvPr>
            </p:nvSpPr>
            <p:spPr>
              <a:xfrm>
                <a:off x="838200" y="365125"/>
                <a:ext cx="4855590" cy="1209151"/>
              </a:xfrm>
            </p:spPr>
            <p:txBody>
              <a:bodyPr/>
              <a:lstStyle/>
              <a:p>
                <a:pPr/>
                <a14:m>
                  <m:oMathPara xmlns:m="http://schemas.openxmlformats.org/officeDocument/2006/math">
                    <m:oMathParaPr>
                      <m:jc m:val="centerGroup"/>
                    </m:oMathParaPr>
                    <m:oMath xmlns:m="http://schemas.openxmlformats.org/officeDocument/2006/math">
                      <m:sSup>
                        <m:sSupPr>
                          <m:ctrlPr>
                            <a:rPr lang="zh-CN" altLang="zh-CN" i="1" smtClean="0">
                              <a:effectLst/>
                              <a:latin typeface="Cambria Math" panose="02040503050406030204" pitchFamily="18" charset="0"/>
                              <a:ea typeface="Cambria Math" panose="02040503050406030204" pitchFamily="18" charset="0"/>
                            </a:rPr>
                          </m:ctrlPr>
                        </m:sSupPr>
                        <m:e>
                          <m:r>
                            <a:rPr lang="en-US" altLang="zh-CN" sz="1800" i="1">
                              <a:effectLst/>
                              <a:latin typeface="Cambria Math" panose="02040503050406030204" pitchFamily="18" charset="0"/>
                              <a:ea typeface="Times New Roman" panose="02020603050405020304" pitchFamily="18" charset="0"/>
                              <a:cs typeface="Times New Roman" panose="02020603050405020304" pitchFamily="18" charset="0"/>
                            </a:rPr>
                            <m:t>𝑒</m:t>
                          </m:r>
                        </m:e>
                        <m:sup>
                          <m:r>
                            <a:rPr lang="en-US" altLang="zh-CN" sz="1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zh-CN" altLang="zh-CN" i="1">
                                  <a:effectLst/>
                                  <a:latin typeface="Cambria Math" panose="02040503050406030204" pitchFamily="18" charset="0"/>
                                  <a:ea typeface="Cambria Math" panose="02040503050406030204" pitchFamily="18" charset="0"/>
                                </a:rPr>
                              </m:ctrlPr>
                            </m:fPr>
                            <m:num>
                              <m:sSub>
                                <m:sSubPr>
                                  <m:ctrlPr>
                                    <a:rPr lang="zh-CN" altLang="zh-CN" i="1">
                                      <a:effectLst/>
                                      <a:latin typeface="Cambria Math" panose="02040503050406030204" pitchFamily="18" charset="0"/>
                                      <a:ea typeface="Cambria Math" panose="02040503050406030204" pitchFamily="18" charset="0"/>
                                    </a:rPr>
                                  </m:ctrlPr>
                                </m:sSubPr>
                                <m:e>
                                  <m:r>
                                    <a:rPr lang="en-US" altLang="zh-CN" sz="1800" i="1">
                                      <a:effectLst/>
                                      <a:latin typeface="Cambria Math" panose="02040503050406030204" pitchFamily="18" charset="0"/>
                                      <a:ea typeface="Times New Roman" panose="02020603050405020304" pitchFamily="18" charset="0"/>
                                      <a:cs typeface="Times New Roman" panose="02020603050405020304" pitchFamily="18" charset="0"/>
                                    </a:rPr>
                                    <m:t>𝜁</m:t>
                                  </m:r>
                                </m:e>
                                <m:sub>
                                  <m:r>
                                    <a:rPr lang="en-US" altLang="zh-CN" sz="18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n-US" altLang="zh-CN"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altLang="zh-CN" sz="1800" i="1">
                                  <a:effectLst/>
                                  <a:latin typeface="Cambria Math" panose="02040503050406030204" pitchFamily="18" charset="0"/>
                                  <a:ea typeface="Times New Roman" panose="02020603050405020304" pitchFamily="18" charset="0"/>
                                  <a:cs typeface="Times New Roman" panose="02020603050405020304" pitchFamily="18" charset="0"/>
                                </a:rPr>
                                <m:t>𝜋</m:t>
                              </m:r>
                            </m:num>
                            <m:den>
                              <m:rad>
                                <m:radPr>
                                  <m:degHide m:val="on"/>
                                  <m:ctrlPr>
                                    <a:rPr lang="zh-CN" altLang="zh-CN" i="1">
                                      <a:effectLst/>
                                      <a:latin typeface="Cambria Math" panose="02040503050406030204" pitchFamily="18" charset="0"/>
                                      <a:ea typeface="Cambria Math" panose="02040503050406030204" pitchFamily="18" charset="0"/>
                                    </a:rPr>
                                  </m:ctrlPr>
                                </m:radPr>
                                <m:deg/>
                                <m:e>
                                  <m:r>
                                    <a:rPr lang="en-US" altLang="zh-CN" sz="1800" i="1">
                                      <a:effectLst/>
                                      <a:latin typeface="Cambria Math" panose="02040503050406030204" pitchFamily="18" charset="0"/>
                                      <a:ea typeface="Times New Roman" panose="02020603050405020304" pitchFamily="18" charset="0"/>
                                      <a:cs typeface="Times New Roman" panose="02020603050405020304" pitchFamily="18" charset="0"/>
                                    </a:rPr>
                                    <m:t>1−</m:t>
                                  </m:r>
                                  <m:sSubSup>
                                    <m:sSubSupPr>
                                      <m:ctrlPr>
                                        <a:rPr lang="zh-CN" altLang="zh-CN" i="1">
                                          <a:effectLst/>
                                          <a:latin typeface="Cambria Math" panose="02040503050406030204" pitchFamily="18" charset="0"/>
                                          <a:ea typeface="Cambria Math" panose="02040503050406030204" pitchFamily="18" charset="0"/>
                                        </a:rPr>
                                      </m:ctrlPr>
                                    </m:sSubSupPr>
                                    <m:e>
                                      <m:r>
                                        <a:rPr lang="en-US" altLang="zh-CN" sz="1800" i="1">
                                          <a:effectLst/>
                                          <a:latin typeface="Cambria Math" panose="02040503050406030204" pitchFamily="18" charset="0"/>
                                          <a:ea typeface="Times New Roman" panose="02020603050405020304" pitchFamily="18" charset="0"/>
                                          <a:cs typeface="Times New Roman" panose="02020603050405020304" pitchFamily="18" charset="0"/>
                                        </a:rPr>
                                        <m:t>𝜁</m:t>
                                      </m:r>
                                    </m:e>
                                    <m:sub>
                                      <m:r>
                                        <a:rPr lang="en-US" altLang="zh-CN" sz="1800" i="1">
                                          <a:effectLst/>
                                          <a:latin typeface="Cambria Math" panose="02040503050406030204" pitchFamily="18" charset="0"/>
                                          <a:ea typeface="Times New Roman" panose="02020603050405020304" pitchFamily="18" charset="0"/>
                                          <a:cs typeface="Times New Roman" panose="02020603050405020304" pitchFamily="18" charset="0"/>
                                        </a:rPr>
                                        <m:t>𝑑</m:t>
                                      </m:r>
                                    </m:sub>
                                    <m:sup>
                                      <m:r>
                                        <a:rPr lang="en-US" altLang="zh-CN" sz="1800" i="1">
                                          <a:effectLst/>
                                          <a:latin typeface="Cambria Math" panose="02040503050406030204" pitchFamily="18" charset="0"/>
                                          <a:ea typeface="Times New Roman" panose="02020603050405020304" pitchFamily="18" charset="0"/>
                                          <a:cs typeface="Times New Roman" panose="02020603050405020304" pitchFamily="18" charset="0"/>
                                        </a:rPr>
                                        <m:t>2</m:t>
                                      </m:r>
                                    </m:sup>
                                  </m:sSubSup>
                                </m:e>
                              </m:rad>
                            </m:den>
                          </m:f>
                        </m:sup>
                      </m:sSup>
                      <m:r>
                        <a:rPr lang="en-US" altLang="zh-CN"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altLang="zh-CN" sz="1800" i="1">
                          <a:effectLst/>
                          <a:latin typeface="Cambria Math" panose="02040503050406030204" pitchFamily="18" charset="0"/>
                          <a:ea typeface="Times New Roman" panose="02020603050405020304" pitchFamily="18" charset="0"/>
                          <a:cs typeface="Times New Roman" panose="02020603050405020304" pitchFamily="18" charset="0"/>
                        </a:rPr>
                        <m:t>𝑀𝑃</m:t>
                      </m:r>
                    </m:oMath>
                  </m:oMathPara>
                </a14:m>
                <a:endParaRPr lang="zh-CN" altLang="en-US"/>
              </a:p>
            </p:txBody>
          </p:sp>
        </mc:Choice>
        <mc:Fallback xmlns="">
          <p:sp>
            <p:nvSpPr>
              <p:cNvPr id="2" name="Title 1">
                <a:extLst>
                  <a:ext uri="{FF2B5EF4-FFF2-40B4-BE49-F238E27FC236}">
                    <a16:creationId xmlns:a16="http://schemas.microsoft.com/office/drawing/2014/main" id="{6B98A2C5-2B10-46B6-98D7-3814DC75ADC3}"/>
                  </a:ext>
                </a:extLst>
              </p:cNvPr>
              <p:cNvSpPr>
                <a:spLocks noGrp="1" noRot="1" noChangeAspect="1" noMove="1" noResize="1" noEditPoints="1" noAdjustHandles="1" noChangeArrowheads="1" noChangeShapeType="1" noTextEdit="1"/>
              </p:cNvSpPr>
              <p:nvPr>
                <p:ph type="title"/>
              </p:nvPr>
            </p:nvSpPr>
            <p:spPr>
              <a:xfrm>
                <a:off x="838200" y="365125"/>
                <a:ext cx="4855590" cy="1209151"/>
              </a:xfrm>
              <a:blipFill>
                <a:blip r:embed="rId2"/>
                <a:stretch>
                  <a:fillRect/>
                </a:stretch>
              </a:blipFill>
            </p:spPr>
            <p:txBody>
              <a:bodyPr/>
              <a:lstStyle/>
              <a:p>
                <a:r>
                  <a:rPr lang="zh-CN" altLang="en-US">
                    <a:noFill/>
                  </a:rPr>
                  <a:t> </a:t>
                </a:r>
              </a:p>
            </p:txBody>
          </p:sp>
        </mc:Fallback>
      </mc:AlternateContent>
      <p:sp>
        <p:nvSpPr>
          <p:cNvPr id="5" name="TextBox 4">
            <a:extLst>
              <a:ext uri="{FF2B5EF4-FFF2-40B4-BE49-F238E27FC236}">
                <a16:creationId xmlns:a16="http://schemas.microsoft.com/office/drawing/2014/main" id="{99C8906D-1D52-4AF2-BCA4-9CB0E6DA4315}"/>
              </a:ext>
            </a:extLst>
          </p:cNvPr>
          <p:cNvSpPr txBox="1"/>
          <p:nvPr/>
        </p:nvSpPr>
        <p:spPr>
          <a:xfrm>
            <a:off x="5693790" y="365125"/>
            <a:ext cx="1489435" cy="369332"/>
          </a:xfrm>
          <a:prstGeom prst="rect">
            <a:avLst/>
          </a:prstGeom>
          <a:noFill/>
        </p:spPr>
        <p:txBody>
          <a:bodyPr wrap="square" rtlCol="0">
            <a:spAutoFit/>
          </a:bodyPr>
          <a:lstStyle/>
          <a:p>
            <a:r>
              <a:rPr lang="en-US" altLang="zh-CN"/>
              <a:t>Với MP = …%</a:t>
            </a:r>
            <a:endParaRPr lang="zh-CN" alt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7442233-EC31-4EE7-84D4-51F0C544961F}"/>
                  </a:ext>
                </a:extLst>
              </p:cNvPr>
              <p:cNvSpPr txBox="1"/>
              <p:nvPr/>
            </p:nvSpPr>
            <p:spPr>
              <a:xfrm>
                <a:off x="0" y="1986757"/>
                <a:ext cx="6094428" cy="7021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𝑡</m:t>
                          </m:r>
                        </m:e>
                        <m:sub>
                          <m:r>
                            <a:rPr lang="zh-CN" altLang="en-US" i="1">
                              <a:latin typeface="Cambria Math" panose="02040503050406030204" pitchFamily="18" charset="0"/>
                            </a:rPr>
                            <m:t>𝑟</m:t>
                          </m:r>
                        </m:sub>
                      </m:sSub>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r>
                            <a:rPr lang="zh-CN" altLang="en-US" i="0">
                              <a:latin typeface="Cambria Math" panose="02040503050406030204" pitchFamily="18" charset="0"/>
                            </a:rPr>
                            <m:t>1−0.4167</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𝜁</m:t>
                              </m:r>
                            </m:e>
                            <m:sub>
                              <m:r>
                                <a:rPr lang="zh-CN" altLang="en-US" i="1">
                                  <a:latin typeface="Cambria Math" panose="02040503050406030204" pitchFamily="18" charset="0"/>
                                </a:rPr>
                                <m:t>𝑑</m:t>
                              </m:r>
                            </m:sub>
                          </m:sSub>
                          <m:r>
                            <a:rPr lang="zh-CN" altLang="en-US" i="0">
                              <a:latin typeface="Cambria Math" panose="02040503050406030204" pitchFamily="18" charset="0"/>
                            </a:rPr>
                            <m:t>+2.917</m:t>
                          </m:r>
                          <m:sSubSup>
                            <m:sSubSupPr>
                              <m:ctrlPr>
                                <a:rPr lang="zh-CN" altLang="en-US" i="1">
                                  <a:solidFill>
                                    <a:srgbClr val="836967"/>
                                  </a:solidFill>
                                  <a:latin typeface="Cambria Math" panose="02040503050406030204" pitchFamily="18" charset="0"/>
                                </a:rPr>
                              </m:ctrlPr>
                            </m:sSubSupPr>
                            <m:e>
                              <m:r>
                                <a:rPr lang="zh-CN" altLang="en-US" i="1">
                                  <a:latin typeface="Cambria Math" panose="02040503050406030204" pitchFamily="18" charset="0"/>
                                </a:rPr>
                                <m:t>𝜁</m:t>
                              </m:r>
                            </m:e>
                            <m:sub>
                              <m:r>
                                <a:rPr lang="zh-CN" altLang="en-US" i="1">
                                  <a:latin typeface="Cambria Math" panose="02040503050406030204" pitchFamily="18" charset="0"/>
                                </a:rPr>
                                <m:t>𝑑</m:t>
                              </m:r>
                            </m:sub>
                            <m:sup>
                              <m:r>
                                <a:rPr lang="zh-CN" altLang="en-US" i="0">
                                  <a:latin typeface="Cambria Math" panose="02040503050406030204" pitchFamily="18" charset="0"/>
                                </a:rPr>
                                <m:t>2</m:t>
                              </m:r>
                            </m:sup>
                          </m:sSubSup>
                        </m:num>
                        <m:den>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𝜔</m:t>
                              </m:r>
                            </m:e>
                            <m:sub>
                              <m:r>
                                <a:rPr lang="zh-CN" altLang="en-US" i="1">
                                  <a:latin typeface="Cambria Math" panose="02040503050406030204" pitchFamily="18" charset="0"/>
                                </a:rPr>
                                <m:t>𝑛</m:t>
                              </m:r>
                            </m:sub>
                          </m:sSub>
                        </m:den>
                      </m:f>
                    </m:oMath>
                  </m:oMathPara>
                </a14:m>
                <a:endParaRPr lang="zh-CN" altLang="en-US"/>
              </a:p>
            </p:txBody>
          </p:sp>
        </mc:Choice>
        <mc:Fallback xmlns="">
          <p:sp>
            <p:nvSpPr>
              <p:cNvPr id="8" name="TextBox 7">
                <a:extLst>
                  <a:ext uri="{FF2B5EF4-FFF2-40B4-BE49-F238E27FC236}">
                    <a16:creationId xmlns:a16="http://schemas.microsoft.com/office/drawing/2014/main" id="{D7442233-EC31-4EE7-84D4-51F0C544961F}"/>
                  </a:ext>
                </a:extLst>
              </p:cNvPr>
              <p:cNvSpPr txBox="1">
                <a:spLocks noRot="1" noChangeAspect="1" noMove="1" noResize="1" noEditPoints="1" noAdjustHandles="1" noChangeArrowheads="1" noChangeShapeType="1" noTextEdit="1"/>
              </p:cNvSpPr>
              <p:nvPr/>
            </p:nvSpPr>
            <p:spPr>
              <a:xfrm>
                <a:off x="0" y="1986757"/>
                <a:ext cx="6094428" cy="70218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D11B624-236C-41BC-9753-0126E3512317}"/>
                  </a:ext>
                </a:extLst>
              </p:cNvPr>
              <p:cNvSpPr txBox="1"/>
              <p:nvPr/>
            </p:nvSpPr>
            <p:spPr>
              <a:xfrm>
                <a:off x="6796725" y="2153181"/>
                <a:ext cx="3433713" cy="369332"/>
              </a:xfrm>
              <a:prstGeom prst="rect">
                <a:avLst/>
              </a:prstGeom>
              <a:noFill/>
            </p:spPr>
            <p:txBody>
              <a:bodyPr wrap="square">
                <a:spAutoFit/>
              </a:bodyPr>
              <a:lstStyle/>
              <a:p>
                <a:r>
                  <a:rPr lang="en-US" altLang="zh-CN">
                    <a:solidFill>
                      <a:srgbClr val="836967"/>
                    </a:solidFill>
                  </a:rPr>
                  <a:t>=&gt; </a:t>
                </a:r>
                <a14:m>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a:latin typeface="Cambria Math" panose="02040503050406030204" pitchFamily="18" charset="0"/>
                          </a:rPr>
                          <m:t>𝜔</m:t>
                        </m:r>
                      </m:e>
                      <m:sub>
                        <m:r>
                          <a:rPr lang="zh-CN" altLang="en-US" i="1">
                            <a:latin typeface="Cambria Math" panose="02040503050406030204" pitchFamily="18" charset="0"/>
                          </a:rPr>
                          <m:t>𝑛</m:t>
                        </m:r>
                      </m:sub>
                    </m:sSub>
                    <m:r>
                      <a:rPr lang="zh-CN" altLang="en-US" i="0">
                        <a:latin typeface="Cambria Math" panose="02040503050406030204" pitchFamily="18" charset="0"/>
                      </a:rPr>
                      <m:t>=</m:t>
                    </m:r>
                  </m:oMath>
                </a14:m>
                <a:endParaRPr lang="zh-CN" altLang="en-US"/>
              </a:p>
            </p:txBody>
          </p:sp>
        </mc:Choice>
        <mc:Fallback xmlns="">
          <p:sp>
            <p:nvSpPr>
              <p:cNvPr id="11" name="TextBox 10">
                <a:extLst>
                  <a:ext uri="{FF2B5EF4-FFF2-40B4-BE49-F238E27FC236}">
                    <a16:creationId xmlns:a16="http://schemas.microsoft.com/office/drawing/2014/main" id="{9D11B624-236C-41BC-9753-0126E3512317}"/>
                  </a:ext>
                </a:extLst>
              </p:cNvPr>
              <p:cNvSpPr txBox="1">
                <a:spLocks noRot="1" noChangeAspect="1" noMove="1" noResize="1" noEditPoints="1" noAdjustHandles="1" noChangeArrowheads="1" noChangeShapeType="1" noTextEdit="1"/>
              </p:cNvSpPr>
              <p:nvPr/>
            </p:nvSpPr>
            <p:spPr>
              <a:xfrm>
                <a:off x="6796725" y="2153181"/>
                <a:ext cx="3433713" cy="369332"/>
              </a:xfrm>
              <a:prstGeom prst="rect">
                <a:avLst/>
              </a:prstGeom>
              <a:blipFill>
                <a:blip r:embed="rId4"/>
                <a:stretch>
                  <a:fillRect l="-1599" t="-8197" b="-24590"/>
                </a:stretch>
              </a:blipFill>
            </p:spPr>
            <p:txBody>
              <a:bodyPr/>
              <a:lstStyle/>
              <a:p>
                <a:r>
                  <a:rPr lang="zh-CN" altLang="en-US">
                    <a:noFill/>
                  </a:rPr>
                  <a:t> </a:t>
                </a:r>
              </a:p>
            </p:txBody>
          </p:sp>
        </mc:Fallback>
      </mc:AlternateContent>
      <p:pic>
        <p:nvPicPr>
          <p:cNvPr id="12" name="Picture 11">
            <a:extLst>
              <a:ext uri="{FF2B5EF4-FFF2-40B4-BE49-F238E27FC236}">
                <a16:creationId xmlns:a16="http://schemas.microsoft.com/office/drawing/2014/main" id="{A4D5FB0B-1A13-489A-972D-72BE83952C01}"/>
              </a:ext>
            </a:extLst>
          </p:cNvPr>
          <p:cNvPicPr>
            <a:picLocks noChangeAspect="1"/>
          </p:cNvPicPr>
          <p:nvPr/>
        </p:nvPicPr>
        <p:blipFill rotWithShape="1">
          <a:blip r:embed="rId5"/>
          <a:srcRect l="5920"/>
          <a:stretch/>
        </p:blipFill>
        <p:spPr>
          <a:xfrm>
            <a:off x="2289501" y="3429000"/>
            <a:ext cx="6094429" cy="1114581"/>
          </a:xfrm>
          <a:prstGeom prst="rect">
            <a:avLst/>
          </a:prstGeom>
        </p:spPr>
      </p:pic>
      <p:pic>
        <p:nvPicPr>
          <p:cNvPr id="13" name="Picture 12">
            <a:extLst>
              <a:ext uri="{FF2B5EF4-FFF2-40B4-BE49-F238E27FC236}">
                <a16:creationId xmlns:a16="http://schemas.microsoft.com/office/drawing/2014/main" id="{C4732427-DD23-4256-9F56-047CEFC37328}"/>
              </a:ext>
            </a:extLst>
          </p:cNvPr>
          <p:cNvPicPr>
            <a:picLocks noChangeAspect="1"/>
          </p:cNvPicPr>
          <p:nvPr/>
        </p:nvPicPr>
        <p:blipFill>
          <a:blip r:embed="rId6"/>
          <a:stretch>
            <a:fillRect/>
          </a:stretch>
        </p:blipFill>
        <p:spPr>
          <a:xfrm>
            <a:off x="1767880" y="4890553"/>
            <a:ext cx="6982799" cy="724001"/>
          </a:xfrm>
          <a:prstGeom prst="rect">
            <a:avLst/>
          </a:prstGeom>
        </p:spPr>
      </p:pic>
      <p:sp>
        <p:nvSpPr>
          <p:cNvPr id="14" name="TextBox 13">
            <a:extLst>
              <a:ext uri="{FF2B5EF4-FFF2-40B4-BE49-F238E27FC236}">
                <a16:creationId xmlns:a16="http://schemas.microsoft.com/office/drawing/2014/main" id="{299358A0-6143-48C1-BCB1-7C5CDCB36CB2}"/>
              </a:ext>
            </a:extLst>
          </p:cNvPr>
          <p:cNvSpPr txBox="1"/>
          <p:nvPr/>
        </p:nvSpPr>
        <p:spPr>
          <a:xfrm>
            <a:off x="1907930" y="2936073"/>
            <a:ext cx="6982799" cy="369332"/>
          </a:xfrm>
          <a:prstGeom prst="rect">
            <a:avLst/>
          </a:prstGeom>
          <a:noFill/>
        </p:spPr>
        <p:txBody>
          <a:bodyPr wrap="square" rtlCol="0">
            <a:spAutoFit/>
          </a:bodyPr>
          <a:lstStyle/>
          <a:p>
            <a:r>
              <a:rPr lang="en-US" altLang="zh-CN"/>
              <a:t>Đồng nhất thức 2 phương trình ta sẽ có Kp với Tr theo yêu cầu </a:t>
            </a:r>
            <a:endParaRPr lang="zh-CN" altLang="en-US"/>
          </a:p>
        </p:txBody>
      </p:sp>
    </p:spTree>
    <p:extLst>
      <p:ext uri="{BB962C8B-B14F-4D97-AF65-F5344CB8AC3E}">
        <p14:creationId xmlns:p14="http://schemas.microsoft.com/office/powerpoint/2010/main" val="530322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491</TotalTime>
  <Words>350</Words>
  <Application>Microsoft Office PowerPoint</Application>
  <PresentationFormat>Widescreen</PresentationFormat>
  <Paragraphs>29</Paragraphs>
  <Slides>6</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vt:i4>
      </vt:variant>
    </vt:vector>
  </HeadingPairs>
  <TitlesOfParts>
    <vt:vector size="14" baseType="lpstr">
      <vt:lpstr>等线</vt:lpstr>
      <vt:lpstr>等线 Light</vt:lpstr>
      <vt:lpstr>Arial</vt:lpstr>
      <vt:lpstr>Calibri</vt:lpstr>
      <vt:lpstr>Cambria Math</vt:lpstr>
      <vt:lpstr>Times New Roman</vt:lpstr>
      <vt:lpstr>Office Theme</vt:lpstr>
      <vt:lpstr>1_Office Theme</vt:lpstr>
      <vt:lpstr>Báo cáo Đồ Án </vt:lpstr>
      <vt:lpstr>PowerPoint Presentation</vt:lpstr>
      <vt:lpstr>PowerPoint Presentation</vt:lpstr>
      <vt:lpstr>PowerPoint Presentation</vt:lpstr>
      <vt:lpstr>Kết quả</vt:lpstr>
      <vt:lpstr>e^(-(ζ_d.π)/√(1-ζ_d^2 ))=MP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Chu Thanh Tùng</dc:creator>
  <cp:lastModifiedBy>Chu Thanh Tùng</cp:lastModifiedBy>
  <cp:revision>9</cp:revision>
  <dcterms:created xsi:type="dcterms:W3CDTF">2024-12-07T00:38:40Z</dcterms:created>
  <dcterms:modified xsi:type="dcterms:W3CDTF">2024-12-07T08:51:46Z</dcterms:modified>
</cp:coreProperties>
</file>
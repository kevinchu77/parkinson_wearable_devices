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290" r:id="rId3"/>
    <p:sldId id="291" r:id="rId4"/>
    <p:sldId id="292" r:id="rId5"/>
    <p:sldId id="293" r:id="rId6"/>
    <p:sldId id="296" r:id="rId7"/>
    <p:sldId id="29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rang tựa đề và tên đề mục" id="{9490D179-15FD-4203-9685-359FFA8EA266}">
          <p14:sldIdLst>
            <p14:sldId id="287"/>
            <p14:sldId id="290"/>
            <p14:sldId id="291"/>
            <p14:sldId id="292"/>
            <p14:sldId id="293"/>
            <p14:sldId id="296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8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8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6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974D5-05D1-4CD0-8BA4-E92A39A9EB5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5B080-6F60-41A3-897F-FD5BF43A8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32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C3E66-9809-4172-9F7F-3D85EEF02FC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A9990-F6A6-4359-A9CC-A9F9DBB14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3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83152" y="647417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47417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E2C0857-D34E-482C-AFE5-CBD4ADF709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E03D76-23E6-47AF-AF99-3A3671C33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152" y="146026"/>
            <a:ext cx="5173884" cy="502157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slide title</a:t>
            </a:r>
            <a:endParaRPr lang="vi-VN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5D766-3EED-4087-845C-D42669E491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120" y="787078"/>
            <a:ext cx="11937880" cy="568709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ct val="150000"/>
              </a:lnSpc>
              <a:defRPr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4589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319" y="0"/>
            <a:ext cx="12189361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hòng Thí Nghiệm Trọng Điểm Quốc Gia | Phòng Thí Nghiệm Trọng Điểm Quốc Gia">
            <a:extLst>
              <a:ext uri="{FF2B5EF4-FFF2-40B4-BE49-F238E27FC236}">
                <a16:creationId xmlns:a16="http://schemas.microsoft.com/office/drawing/2014/main" id="{410019F3-E05E-44C8-8741-189F9AB807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0522" y="6149093"/>
            <a:ext cx="595023" cy="69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284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50000"/>
          </a:schemeClr>
        </a:buClr>
        <a:buSzPct val="150000"/>
        <a:buFont typeface="Calibri" panose="020F050202020403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50000"/>
        <a:buFont typeface="Calibri" panose="020F050202020403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50000"/>
        <a:buFont typeface="Calibri" panose="020F050202020403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40000"/>
            <a:lumOff val="60000"/>
          </a:schemeClr>
        </a:buClr>
        <a:buSzPct val="150000"/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50000"/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3C05AD55-6503-4EE6-960C-879F7EB2EF8A}"/>
              </a:ext>
            </a:extLst>
          </p:cNvPr>
          <p:cNvSpPr txBox="1">
            <a:spLocks/>
          </p:cNvSpPr>
          <p:nvPr/>
        </p:nvSpPr>
        <p:spPr>
          <a:xfrm>
            <a:off x="0" y="2316454"/>
            <a:ext cx="12191999" cy="14589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 of Research Topic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91E62E37-3213-4B06-BA2B-291E1EF3C33B}"/>
              </a:ext>
            </a:extLst>
          </p:cNvPr>
          <p:cNvSpPr txBox="1">
            <a:spLocks/>
          </p:cNvSpPr>
          <p:nvPr/>
        </p:nvSpPr>
        <p:spPr>
          <a:xfrm>
            <a:off x="-1" y="3416949"/>
            <a:ext cx="12191999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50000"/>
                </a:schemeClr>
              </a:buClr>
              <a:buSzPct val="150000"/>
              <a:buFont typeface="Calibri" panose="020F0502020204030204" pitchFamily="34" charset="0"/>
              <a:buChar char="•"/>
              <a:defRPr sz="2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SzPct val="150000"/>
              <a:buFont typeface="Calibri" panose="020F0502020204030204" pitchFamily="34" charset="0"/>
              <a:buChar char="•"/>
              <a:defRPr sz="2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50000"/>
              <a:buFont typeface="Calibri" panose="020F050202020403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40000"/>
                  <a:lumOff val="60000"/>
                </a:schemeClr>
              </a:buClr>
              <a:buSzPct val="150000"/>
              <a:buFont typeface="Calibri" panose="020F050202020403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Calibri" panose="020F050202020403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tabLst>
                <a:tab pos="3252788" algn="l"/>
              </a:tabLst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Presenter: Your name</a:t>
            </a: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    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August,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C7AAD-134E-4229-8CA2-985CCD65A715}"/>
              </a:ext>
            </a:extLst>
          </p:cNvPr>
          <p:cNvSpPr txBox="1"/>
          <p:nvPr/>
        </p:nvSpPr>
        <p:spPr>
          <a:xfrm>
            <a:off x="0" y="0"/>
            <a:ext cx="12192000" cy="1124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Graduation Thesis Outline</a:t>
            </a:r>
          </a:p>
          <a:p>
            <a:pPr algn="ctr">
              <a:lnSpc>
                <a:spcPct val="150000"/>
              </a:lnSpc>
            </a:pPr>
            <a:r>
              <a:rPr lang="vi-VN" sz="2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Weekly Report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6D48E-FB14-4477-B42B-C7661AC8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5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64AE4-D8D7-4330-82E8-FE909A61F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91C0C0-7D88-4C39-A789-7C5A6046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 information</a:t>
            </a:r>
            <a:br>
              <a:rPr lang="vi-V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4FBF4-0BFE-4A0C-B5AD-6EBB9FFDC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Font type: Tahoma, font size: 24-32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 should be only chosen 1 size.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only exists around 50 words per slide. 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might be that  6 rows x 8 words or 7 rows x 7 words, e.g.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use too many text colours.</a:t>
            </a:r>
          </a:p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to use more pictures to present</a:t>
            </a:r>
          </a:p>
          <a:p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vi-V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0A7E7-57BF-46DB-82D6-A173925D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A5C52-308B-4F1C-B7D3-4107C187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01DD2-8588-4B14-8EDE-EAAB078D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7216DE-DF0E-4326-9010-2F7DD50A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52" y="146026"/>
            <a:ext cx="5632048" cy="502157"/>
          </a:xfrm>
        </p:spPr>
        <p:txBody>
          <a:bodyPr/>
          <a:lstStyle/>
          <a:p>
            <a:r>
              <a:rPr lang="en-US"/>
              <a:t>1. Method to store data on cloud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85C55-4632-4B7A-9124-7613ADDEA1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Problem: Miss data when store real time.</a:t>
            </a:r>
          </a:p>
          <a:p>
            <a:r>
              <a:rPr lang="en-US"/>
              <a:t>Reasons: Thingspeak only receives data every 15 seconds.</a:t>
            </a:r>
          </a:p>
          <a:p>
            <a:r>
              <a:rPr lang="en-US"/>
              <a:t>Requestment: Store data to train for ML =&gt; Do not need to store real time.</a:t>
            </a:r>
          </a:p>
          <a:p>
            <a:r>
              <a:rPr lang="en-US"/>
              <a:t>Solution: </a:t>
            </a:r>
          </a:p>
          <a:p>
            <a:pPr marL="457200" indent="-457200">
              <a:buAutoNum type="arabicPeriod"/>
            </a:pPr>
            <a:r>
              <a:rPr lang="en-US"/>
              <a:t>Store data in the local</a:t>
            </a:r>
          </a:p>
          <a:p>
            <a:pPr marL="457200" indent="-457200">
              <a:buAutoNum type="arabicPeriod"/>
            </a:pPr>
            <a:r>
              <a:rPr lang="en-US"/>
              <a:t>Send data to cloud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18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B1AD-8A7C-4417-9E4C-3437F7E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A3F67-91B0-408F-AAF7-8AE59B6E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3F377-5274-44D6-B1BA-5883D2FB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Analyze &amp; Choose Solutions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991E-2D91-4AEA-B992-F81971159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vi-VN" altLang="zh-CN"/>
              <a:t>Lưu dữ liệu vào EEPROM</a:t>
            </a:r>
            <a:endParaRPr lang="en-US" altLang="zh-CN"/>
          </a:p>
          <a:p>
            <a:pPr marL="0" indent="0">
              <a:buNone/>
            </a:pPr>
            <a:r>
              <a:rPr lang="vi-VN" altLang="zh-CN"/>
              <a:t>EEPROM (Electrically Erasable Programmable Read-Only Memory) có thể lưu trữ dữ liệu nhỏ (khoảng 1024 byte trên Arduino Nano).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vi-VN" altLang="zh-CN"/>
              <a:t>Lưu ý:EEPROM có giới hạn số lần ghi (thường khoảng 100,000 lần). Tránh ghi dữ liệu liên tục để bảo vệ bộ nhớ.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40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B1AD-8A7C-4417-9E4C-3437F7E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A3F67-91B0-408F-AAF7-8AE59B6E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3F377-5274-44D6-B1BA-5883D2FB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Analyze &amp; Choose Solutions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991E-2D91-4AEA-B992-F81971159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2. Sử dụng SPIFFS (File System trong Flash) (Module ESP32 or ESP8266)</a:t>
            </a:r>
          </a:p>
          <a:p>
            <a:pPr marL="0" indent="0">
              <a:buNone/>
            </a:pPr>
            <a:r>
              <a:rPr lang="vi-VN" altLang="zh-CN"/>
              <a:t>SPIFFS cho phép lưu trữ dữ liệu dạng file (tương tự như hệ thống file trên máy tính).</a:t>
            </a:r>
            <a:r>
              <a:rPr lang="en-US" altLang="zh-CN"/>
              <a:t> (file .txt)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vi-VN" altLang="zh-CN"/>
              <a:t>SPIFFS hữu ích cho lưu trữ dữ liệu dạng cấu hình, logs hoặc file nhỏ.</a:t>
            </a:r>
            <a:r>
              <a:rPr lang="en-US" altLang="zh-CN"/>
              <a:t> </a:t>
            </a:r>
            <a:r>
              <a:rPr lang="vi-VN" altLang="zh-CN"/>
              <a:t>Bộ nhớ Flash có giới hạn ghi (~10,000 lần ghi/xóa).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25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B1AD-8A7C-4417-9E4C-3437F7E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A3F67-91B0-408F-AAF7-8AE59B6E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3F377-5274-44D6-B1BA-5883D2FB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Analyze &amp; Choose Solutions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991E-2D91-4AEA-B992-F81971159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3. Local computer incorporate UI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1AB168-7D49-49F0-A3E7-C6FA2AE47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08" y="1703830"/>
            <a:ext cx="3553685" cy="20901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C75042-F846-415B-8291-E7E8646626EC}"/>
              </a:ext>
            </a:extLst>
          </p:cNvPr>
          <p:cNvSpPr txBox="1"/>
          <p:nvPr/>
        </p:nvSpPr>
        <p:spPr>
          <a:xfrm>
            <a:off x="1468315" y="3938954"/>
            <a:ext cx="2646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RF NRF24L01 2.4Ghz</a:t>
            </a:r>
            <a:endParaRPr lang="zh-CN" altLang="en-US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4DD69B-BD55-4AA6-8810-AC34819DA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76" y="535617"/>
            <a:ext cx="3087064" cy="22867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B4D876-3FCD-4092-AC61-796F313F9C72}"/>
              </a:ext>
            </a:extLst>
          </p:cNvPr>
          <p:cNvSpPr txBox="1"/>
          <p:nvPr/>
        </p:nvSpPr>
        <p:spPr>
          <a:xfrm>
            <a:off x="6804765" y="2856429"/>
            <a:ext cx="2646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Module bluetooth</a:t>
            </a:r>
            <a:endParaRPr lang="zh-CN" altLang="en-US" sz="2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08245C-48DA-4C4B-B6BF-42DDA861AE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77" b="7622"/>
          <a:stretch/>
        </p:blipFill>
        <p:spPr>
          <a:xfrm>
            <a:off x="4718946" y="3630624"/>
            <a:ext cx="5059471" cy="25414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9FB909-B087-405B-BE76-962E11194316}"/>
              </a:ext>
            </a:extLst>
          </p:cNvPr>
          <p:cNvSpPr txBox="1"/>
          <p:nvPr/>
        </p:nvSpPr>
        <p:spPr>
          <a:xfrm>
            <a:off x="6223060" y="6182748"/>
            <a:ext cx="2646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Store data, update data</a:t>
            </a:r>
          </a:p>
          <a:p>
            <a:r>
              <a:rPr lang="en-US" altLang="zh-CN" sz="2000"/>
              <a:t>Interface for user (…)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53847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B1AD-8A7C-4417-9E4C-3437F7E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A3F67-91B0-408F-AAF7-8AE59B6E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3F377-5274-44D6-B1BA-5883D2FB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51" y="146026"/>
            <a:ext cx="5948571" cy="502157"/>
          </a:xfrm>
        </p:spPr>
        <p:txBody>
          <a:bodyPr/>
          <a:lstStyle/>
          <a:p>
            <a:r>
              <a:rPr lang="en-US" altLang="zh-CN"/>
              <a:t>3. Local computer incorporate UI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991E-2D91-4AEA-B992-F81971159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2. Sử dụng SPIFFS (File System trong Flash)</a:t>
            </a:r>
          </a:p>
          <a:p>
            <a:pPr marL="0" indent="0">
              <a:buNone/>
            </a:pPr>
            <a:r>
              <a:rPr lang="vi-VN" altLang="zh-CN"/>
              <a:t>SPIFFS cho phép lưu trữ dữ liệu dạng file (tương tự như hệ thống file trên máy tính).</a:t>
            </a:r>
            <a:r>
              <a:rPr lang="en-US" altLang="zh-CN"/>
              <a:t> (file .txt)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vi-VN" altLang="zh-CN"/>
              <a:t>SPIFFS hữu ích cho lưu trữ dữ liệu dạng cấu hình, logs hoặc file nhỏ.Bộ nhớ Flash có giới hạn ghi (~10,000 lần ghi/xóa).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71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715</TotalTime>
  <Words>392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Tahoma</vt:lpstr>
      <vt:lpstr>Office Theme</vt:lpstr>
      <vt:lpstr>PowerPoint Presentation</vt:lpstr>
      <vt:lpstr>General information </vt:lpstr>
      <vt:lpstr>1. Method to store data on cloud</vt:lpstr>
      <vt:lpstr>2. Analyze &amp; Choose Solutions</vt:lpstr>
      <vt:lpstr>2. Analyze &amp; Choose Solutions</vt:lpstr>
      <vt:lpstr>2. Analyze &amp; Choose Solutions</vt:lpstr>
      <vt:lpstr>3. Local computer incorporate 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Chu Thanh Tùng</cp:lastModifiedBy>
  <cp:revision>77</cp:revision>
  <dcterms:created xsi:type="dcterms:W3CDTF">2019-05-10T14:30:44Z</dcterms:created>
  <dcterms:modified xsi:type="dcterms:W3CDTF">2025-01-08T01:30:29Z</dcterms:modified>
</cp:coreProperties>
</file>